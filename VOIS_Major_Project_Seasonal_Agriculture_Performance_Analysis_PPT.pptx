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6858000" cx="12192000"/>
  <p:notesSz cx="6858000" cy="9144000"/>
  <p:embeddedFontLst>
    <p:embeddedFont>
      <p:font typeface="Roboto"/>
      <p:regular r:id="rId20"/>
      <p:bold r:id="rId21"/>
      <p:italic r:id="rId22"/>
      <p:boldItalic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968">
          <p15:clr>
            <a:srgbClr val="A4A3A4"/>
          </p15:clr>
        </p15:guide>
        <p15:guide id="2" pos="408">
          <p15:clr>
            <a:srgbClr val="A4A3A4"/>
          </p15:clr>
        </p15:guide>
        <p15:guide id="3" orient="horz" pos="3912">
          <p15:clr>
            <a:srgbClr val="A4A3A4"/>
          </p15:clr>
        </p15:guide>
        <p15:guide id="4" pos="7272">
          <p15:clr>
            <a:srgbClr val="A4A3A4"/>
          </p15:clr>
        </p15:guide>
        <p15:guide id="5" orient="horz" pos="1656">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968" orient="horz"/>
        <p:guide pos="408"/>
        <p:guide pos="3912" orient="horz"/>
        <p:guide pos="7272"/>
        <p:guide pos="1656" orient="horz"/>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regular.fntdata"/><Relationship Id="rId11" Type="http://schemas.openxmlformats.org/officeDocument/2006/relationships/slide" Target="slides/slide6.xml"/><Relationship Id="rId22" Type="http://schemas.openxmlformats.org/officeDocument/2006/relationships/font" Target="fonts/Roboto-italic.fntdata"/><Relationship Id="rId10" Type="http://schemas.openxmlformats.org/officeDocument/2006/relationships/slide" Target="slides/slide5.xml"/><Relationship Id="rId21" Type="http://schemas.openxmlformats.org/officeDocument/2006/relationships/font" Target="fonts/Roboto-bold.fntdata"/><Relationship Id="rId13" Type="http://schemas.openxmlformats.org/officeDocument/2006/relationships/slide" Target="slides/slide8.xml"/><Relationship Id="rId12" Type="http://schemas.openxmlformats.org/officeDocument/2006/relationships/slide" Target="slides/slide7.xml"/><Relationship Id="rId23" Type="http://schemas.openxmlformats.org/officeDocument/2006/relationships/font" Target="fonts/Roboto-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5" name="Google Shape;195;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3" name="Google Shape;20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1" name="Google Shape;211;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9" name="Google Shape;219;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6" name="Google Shape;226;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7" name="Google Shape;227;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5" name="Google Shape;235;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2" name="Google Shape;24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9" name="Google Shape;249;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8" name="Google Shape;258;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5" name="Google Shape;265;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3" name="Google Shape;273;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0" name="Google Shape;280;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9" name="Google Shape;289;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6" name="Google Shape;296;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Quote">
    <p:spTree>
      <p:nvGrpSpPr>
        <p:cNvPr id="29" name="Shape 29"/>
        <p:cNvGrpSpPr/>
        <p:nvPr/>
      </p:nvGrpSpPr>
      <p:grpSpPr>
        <a:xfrm>
          <a:off x="0" y="0"/>
          <a:ext cx="0" cy="0"/>
          <a:chOff x="0" y="0"/>
          <a:chExt cx="0" cy="0"/>
        </a:xfrm>
      </p:grpSpPr>
      <p:sp>
        <p:nvSpPr>
          <p:cNvPr id="30" name="Google Shape;30;p2"/>
          <p:cNvSpPr txBox="1"/>
          <p:nvPr>
            <p:ph idx="1" type="body"/>
          </p:nvPr>
        </p:nvSpPr>
        <p:spPr>
          <a:xfrm>
            <a:off x="6312871" y="4141999"/>
            <a:ext cx="4220845" cy="861497"/>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600"/>
              <a:buNone/>
              <a:defRPr b="1" sz="2000">
                <a:solidFill>
                  <a:schemeClr val="accent4"/>
                </a:solidFill>
                <a:latin typeface="Trebuchet MS"/>
                <a:ea typeface="Trebuchet MS"/>
                <a:cs typeface="Trebuchet MS"/>
                <a:sym typeface="Trebuchet MS"/>
              </a:defRPr>
            </a:lvl1pPr>
            <a:lvl2pPr indent="-228600" lvl="1" marL="914400" algn="l">
              <a:spcBef>
                <a:spcPts val="1000"/>
              </a:spcBef>
              <a:spcAft>
                <a:spcPts val="0"/>
              </a:spcAft>
              <a:buSzPts val="1600"/>
              <a:buNone/>
              <a:defRPr sz="2000"/>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31" name="Google Shape;31;p2"/>
          <p:cNvSpPr/>
          <p:nvPr/>
        </p:nvSpPr>
        <p:spPr>
          <a:xfrm>
            <a:off x="740309" y="1382809"/>
            <a:ext cx="1229566" cy="1059971"/>
          </a:xfrm>
          <a:prstGeom prst="hexagon">
            <a:avLst>
              <a:gd fmla="val 25000" name="adj"/>
              <a:gd fmla="val 115470" name="vf"/>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rebuchet MS"/>
              <a:ea typeface="Trebuchet MS"/>
              <a:cs typeface="Trebuchet MS"/>
              <a:sym typeface="Trebuchet MS"/>
            </a:endParaRPr>
          </a:p>
        </p:txBody>
      </p:sp>
      <p:sp>
        <p:nvSpPr>
          <p:cNvPr id="32" name="Google Shape;32;p2"/>
          <p:cNvSpPr/>
          <p:nvPr/>
        </p:nvSpPr>
        <p:spPr>
          <a:xfrm>
            <a:off x="3755031" y="1194620"/>
            <a:ext cx="1666162" cy="1436347"/>
          </a:xfrm>
          <a:prstGeom prst="hexagon">
            <a:avLst>
              <a:gd fmla="val 25000" name="adj"/>
              <a:gd fmla="val 115470" name="vf"/>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rebuchet MS"/>
              <a:ea typeface="Trebuchet MS"/>
              <a:cs typeface="Trebuchet MS"/>
              <a:sym typeface="Trebuchet MS"/>
            </a:endParaRPr>
          </a:p>
        </p:txBody>
      </p:sp>
      <p:sp>
        <p:nvSpPr>
          <p:cNvPr id="33" name="Google Shape;33;p2"/>
          <p:cNvSpPr/>
          <p:nvPr/>
        </p:nvSpPr>
        <p:spPr>
          <a:xfrm>
            <a:off x="3804994" y="5233183"/>
            <a:ext cx="718261" cy="619191"/>
          </a:xfrm>
          <a:prstGeom prst="hexagon">
            <a:avLst>
              <a:gd fmla="val 25000" name="adj"/>
              <a:gd fmla="val 115470" name="vf"/>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rebuchet MS"/>
              <a:ea typeface="Trebuchet MS"/>
              <a:cs typeface="Trebuchet MS"/>
              <a:sym typeface="Trebuchet MS"/>
            </a:endParaRPr>
          </a:p>
        </p:txBody>
      </p:sp>
      <p:sp>
        <p:nvSpPr>
          <p:cNvPr id="34" name="Google Shape;34;p2"/>
          <p:cNvSpPr/>
          <p:nvPr/>
        </p:nvSpPr>
        <p:spPr>
          <a:xfrm>
            <a:off x="1837838" y="1101306"/>
            <a:ext cx="651613" cy="561736"/>
          </a:xfrm>
          <a:prstGeom prst="hexagon">
            <a:avLst>
              <a:gd fmla="val 25000" name="adj"/>
              <a:gd fmla="val 115470" name="vf"/>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rebuchet MS"/>
              <a:ea typeface="Trebuchet MS"/>
              <a:cs typeface="Trebuchet MS"/>
              <a:sym typeface="Trebuchet MS"/>
            </a:endParaRPr>
          </a:p>
        </p:txBody>
      </p:sp>
      <p:sp>
        <p:nvSpPr>
          <p:cNvPr id="35" name="Google Shape;35;p2"/>
          <p:cNvSpPr/>
          <p:nvPr>
            <p:ph idx="2" type="pic"/>
          </p:nvPr>
        </p:nvSpPr>
        <p:spPr>
          <a:xfrm>
            <a:off x="1571515" y="1914044"/>
            <a:ext cx="3993624" cy="3617848"/>
          </a:xfrm>
          <a:prstGeom prst="rect">
            <a:avLst/>
          </a:prstGeom>
          <a:noFill/>
          <a:ln>
            <a:noFill/>
          </a:ln>
        </p:spPr>
      </p:sp>
      <p:sp>
        <p:nvSpPr>
          <p:cNvPr id="36" name="Google Shape;36;p2"/>
          <p:cNvSpPr txBox="1"/>
          <p:nvPr>
            <p:ph type="title"/>
          </p:nvPr>
        </p:nvSpPr>
        <p:spPr>
          <a:xfrm>
            <a:off x="6312871" y="2050552"/>
            <a:ext cx="4998720" cy="1748983"/>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2800"/>
              <a:buFont typeface="Trebuchet MS"/>
              <a:buNone/>
              <a:defRPr sz="2800">
                <a:solidFill>
                  <a:schemeClr val="dk1"/>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extLst>
    <p:ext uri="{DCECCB84-F9BA-43D5-87BE-67443E8EF086}">
      <p15:sldGuideLst>
        <p15:guide id="1" orient="horz" pos="1272">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37" name="Shape 37"/>
        <p:cNvGrpSpPr/>
        <p:nvPr/>
      </p:nvGrpSpPr>
      <p:grpSpPr>
        <a:xfrm>
          <a:off x="0" y="0"/>
          <a:ext cx="0" cy="0"/>
          <a:chOff x="0" y="0"/>
          <a:chExt cx="0" cy="0"/>
        </a:xfrm>
      </p:grpSpPr>
      <p:sp>
        <p:nvSpPr>
          <p:cNvPr id="38" name="Google Shape;38;p3"/>
          <p:cNvSpPr txBox="1"/>
          <p:nvPr>
            <p:ph idx="1" type="body"/>
          </p:nvPr>
        </p:nvSpPr>
        <p:spPr>
          <a:xfrm>
            <a:off x="660400" y="2044700"/>
            <a:ext cx="4275138" cy="3560763"/>
          </a:xfrm>
          <a:prstGeom prst="rect">
            <a:avLst/>
          </a:prstGeom>
          <a:noFill/>
          <a:ln>
            <a:noFill/>
          </a:ln>
        </p:spPr>
        <p:txBody>
          <a:bodyPr anchorCtr="0" anchor="t" bIns="45700" lIns="91425" spcFirstLastPara="1" rIns="91425" wrap="square" tIns="45700">
            <a:normAutofit/>
          </a:bodyPr>
          <a:lstStyle>
            <a:lvl1pPr indent="-330200" lvl="0" marL="457200" algn="l">
              <a:spcBef>
                <a:spcPts val="1000"/>
              </a:spcBef>
              <a:spcAft>
                <a:spcPts val="0"/>
              </a:spcAft>
              <a:buClr>
                <a:schemeClr val="accent4"/>
              </a:buClr>
              <a:buSzPts val="1600"/>
              <a:buFont typeface="Noto Sans Symbols"/>
              <a:buChar char="▪"/>
              <a:defRPr sz="2000"/>
            </a:lvl1pPr>
            <a:lvl2pPr indent="-320040" lvl="1" marL="914400" algn="l">
              <a:spcBef>
                <a:spcPts val="1000"/>
              </a:spcBef>
              <a:spcAft>
                <a:spcPts val="0"/>
              </a:spcAft>
              <a:buClr>
                <a:schemeClr val="accent4"/>
              </a:buClr>
              <a:buSzPts val="1440"/>
              <a:buFont typeface="Noto Sans Symbols"/>
              <a:buChar char="▪"/>
              <a:defRPr sz="1800"/>
            </a:lvl2pPr>
            <a:lvl3pPr indent="-309880" lvl="2" marL="1371600" algn="l">
              <a:spcBef>
                <a:spcPts val="1000"/>
              </a:spcBef>
              <a:spcAft>
                <a:spcPts val="0"/>
              </a:spcAft>
              <a:buClr>
                <a:schemeClr val="accent4"/>
              </a:buClr>
              <a:buSzPts val="1280"/>
              <a:buFont typeface="Noto Sans Symbols"/>
              <a:buChar char="▪"/>
              <a:defRPr sz="1600"/>
            </a:lvl3pPr>
            <a:lvl4pPr indent="-309880" lvl="3" marL="1828800" algn="l">
              <a:spcBef>
                <a:spcPts val="1000"/>
              </a:spcBef>
              <a:spcAft>
                <a:spcPts val="0"/>
              </a:spcAft>
              <a:buClr>
                <a:schemeClr val="accent4"/>
              </a:buClr>
              <a:buSzPts val="1280"/>
              <a:buFont typeface="Noto Sans Symbols"/>
              <a:buChar char="▪"/>
              <a:defRPr sz="1600"/>
            </a:lvl4pPr>
            <a:lvl5pPr indent="-309880" lvl="4" marL="2286000" algn="l">
              <a:spcBef>
                <a:spcPts val="1000"/>
              </a:spcBef>
              <a:spcAft>
                <a:spcPts val="0"/>
              </a:spcAft>
              <a:buClr>
                <a:schemeClr val="accent4"/>
              </a:buClr>
              <a:buSzPts val="1280"/>
              <a:buFont typeface="Noto Sans Symbols"/>
              <a:buChar char="▪"/>
              <a:defRPr sz="1600"/>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39" name="Google Shape;39;p3"/>
          <p:cNvSpPr/>
          <p:nvPr/>
        </p:nvSpPr>
        <p:spPr>
          <a:xfrm>
            <a:off x="9354457" y="5363987"/>
            <a:ext cx="457200" cy="457200"/>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rebuchet MS"/>
              <a:ea typeface="Trebuchet MS"/>
              <a:cs typeface="Trebuchet MS"/>
              <a:sym typeface="Trebuchet MS"/>
            </a:endParaRPr>
          </a:p>
        </p:txBody>
      </p:sp>
      <p:sp>
        <p:nvSpPr>
          <p:cNvPr id="40" name="Google Shape;40;p3"/>
          <p:cNvSpPr/>
          <p:nvPr/>
        </p:nvSpPr>
        <p:spPr>
          <a:xfrm>
            <a:off x="6692791" y="1699889"/>
            <a:ext cx="319749" cy="319749"/>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rebuchet MS"/>
              <a:ea typeface="Trebuchet MS"/>
              <a:cs typeface="Trebuchet MS"/>
              <a:sym typeface="Trebuchet MS"/>
            </a:endParaRPr>
          </a:p>
        </p:txBody>
      </p:sp>
      <p:sp>
        <p:nvSpPr>
          <p:cNvPr id="41" name="Google Shape;41;p3"/>
          <p:cNvSpPr/>
          <p:nvPr/>
        </p:nvSpPr>
        <p:spPr>
          <a:xfrm>
            <a:off x="9354457" y="5897738"/>
            <a:ext cx="179977" cy="179977"/>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rebuchet MS"/>
              <a:ea typeface="Trebuchet MS"/>
              <a:cs typeface="Trebuchet MS"/>
              <a:sym typeface="Trebuchet MS"/>
            </a:endParaRPr>
          </a:p>
        </p:txBody>
      </p:sp>
      <p:sp>
        <p:nvSpPr>
          <p:cNvPr id="42" name="Google Shape;42;p3"/>
          <p:cNvSpPr/>
          <p:nvPr>
            <p:ph idx="2" type="pic"/>
          </p:nvPr>
        </p:nvSpPr>
        <p:spPr>
          <a:xfrm>
            <a:off x="7090227" y="786181"/>
            <a:ext cx="4441372" cy="5393036"/>
          </a:xfrm>
          <a:prstGeom prst="rect">
            <a:avLst/>
          </a:prstGeom>
          <a:noFill/>
          <a:ln>
            <a:noFill/>
          </a:ln>
        </p:spPr>
      </p:sp>
      <p:sp>
        <p:nvSpPr>
          <p:cNvPr id="43" name="Google Shape;43;p3"/>
          <p:cNvSpPr txBox="1"/>
          <p:nvPr>
            <p:ph type="title"/>
          </p:nvPr>
        </p:nvSpPr>
        <p:spPr>
          <a:xfrm>
            <a:off x="660400" y="805213"/>
            <a:ext cx="4275138" cy="830997"/>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800"/>
              <a:buFont typeface="Trebuchet MS"/>
              <a:buNone/>
              <a:defRPr b="1" sz="4800">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extLst>
    <p:ext uri="{DCECCB84-F9BA-43D5-87BE-67443E8EF086}">
      <p15:sldGuideLst>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roduction">
  <p:cSld name="Introduction">
    <p:spTree>
      <p:nvGrpSpPr>
        <p:cNvPr id="44" name="Shape 44"/>
        <p:cNvGrpSpPr/>
        <p:nvPr/>
      </p:nvGrpSpPr>
      <p:grpSpPr>
        <a:xfrm>
          <a:off x="0" y="0"/>
          <a:ext cx="0" cy="0"/>
          <a:chOff x="0" y="0"/>
          <a:chExt cx="0" cy="0"/>
        </a:xfrm>
      </p:grpSpPr>
      <p:sp>
        <p:nvSpPr>
          <p:cNvPr id="45" name="Google Shape;45;p4"/>
          <p:cNvSpPr/>
          <p:nvPr/>
        </p:nvSpPr>
        <p:spPr>
          <a:xfrm>
            <a:off x="7362825" y="443263"/>
            <a:ext cx="361950" cy="361950"/>
          </a:xfrm>
          <a:prstGeom prst="ellipse">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5"/>
              </a:solidFill>
              <a:latin typeface="Trebuchet MS"/>
              <a:ea typeface="Trebuchet MS"/>
              <a:cs typeface="Trebuchet MS"/>
              <a:sym typeface="Trebuchet MS"/>
            </a:endParaRPr>
          </a:p>
        </p:txBody>
      </p:sp>
      <p:sp>
        <p:nvSpPr>
          <p:cNvPr id="46" name="Google Shape;46;p4"/>
          <p:cNvSpPr/>
          <p:nvPr/>
        </p:nvSpPr>
        <p:spPr>
          <a:xfrm>
            <a:off x="11007246" y="5605994"/>
            <a:ext cx="654227" cy="654227"/>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5"/>
              </a:solidFill>
              <a:latin typeface="Trebuchet MS"/>
              <a:ea typeface="Trebuchet MS"/>
              <a:cs typeface="Trebuchet MS"/>
              <a:sym typeface="Trebuchet MS"/>
            </a:endParaRPr>
          </a:p>
        </p:txBody>
      </p:sp>
      <p:sp>
        <p:nvSpPr>
          <p:cNvPr id="47" name="Google Shape;47;p4"/>
          <p:cNvSpPr/>
          <p:nvPr/>
        </p:nvSpPr>
        <p:spPr>
          <a:xfrm>
            <a:off x="10683791" y="6132439"/>
            <a:ext cx="251152" cy="251152"/>
          </a:xfrm>
          <a:prstGeom prst="ellipse">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5"/>
              </a:solidFill>
              <a:latin typeface="Trebuchet MS"/>
              <a:ea typeface="Trebuchet MS"/>
              <a:cs typeface="Trebuchet MS"/>
              <a:sym typeface="Trebuchet MS"/>
            </a:endParaRPr>
          </a:p>
        </p:txBody>
      </p:sp>
      <p:sp>
        <p:nvSpPr>
          <p:cNvPr id="48" name="Google Shape;48;p4"/>
          <p:cNvSpPr/>
          <p:nvPr>
            <p:ph idx="2" type="pic"/>
          </p:nvPr>
        </p:nvSpPr>
        <p:spPr>
          <a:xfrm>
            <a:off x="5733416" y="624239"/>
            <a:ext cx="5855754" cy="5631571"/>
          </a:xfrm>
          <a:prstGeom prst="rect">
            <a:avLst/>
          </a:prstGeom>
          <a:noFill/>
          <a:ln>
            <a:noFill/>
          </a:ln>
        </p:spPr>
      </p:sp>
      <p:sp>
        <p:nvSpPr>
          <p:cNvPr id="49" name="Google Shape;49;p4"/>
          <p:cNvSpPr txBox="1"/>
          <p:nvPr>
            <p:ph idx="1" type="body"/>
          </p:nvPr>
        </p:nvSpPr>
        <p:spPr>
          <a:xfrm>
            <a:off x="660400" y="2044700"/>
            <a:ext cx="4275138" cy="3560763"/>
          </a:xfrm>
          <a:prstGeom prst="rect">
            <a:avLst/>
          </a:prstGeom>
          <a:noFill/>
          <a:ln>
            <a:noFill/>
          </a:ln>
        </p:spPr>
        <p:txBody>
          <a:bodyPr anchorCtr="0" anchor="t" bIns="45700" lIns="91425" spcFirstLastPara="1" rIns="91425" wrap="square" tIns="45700">
            <a:normAutofit/>
          </a:bodyPr>
          <a:lstStyle>
            <a:lvl1pPr indent="-330200" lvl="0" marL="457200" algn="l">
              <a:lnSpc>
                <a:spcPct val="150000"/>
              </a:lnSpc>
              <a:spcBef>
                <a:spcPts val="1000"/>
              </a:spcBef>
              <a:spcAft>
                <a:spcPts val="0"/>
              </a:spcAft>
              <a:buClr>
                <a:schemeClr val="accent4"/>
              </a:buClr>
              <a:buSzPts val="1600"/>
              <a:buFont typeface="Noto Sans Symbols"/>
              <a:buChar char="▪"/>
              <a:defRPr sz="2000"/>
            </a:lvl1pPr>
            <a:lvl2pPr indent="-330200" lvl="1" marL="914400" algn="l">
              <a:spcBef>
                <a:spcPts val="1000"/>
              </a:spcBef>
              <a:spcAft>
                <a:spcPts val="0"/>
              </a:spcAft>
              <a:buClr>
                <a:schemeClr val="accent4"/>
              </a:buClr>
              <a:buSzPts val="1600"/>
              <a:buFont typeface="Noto Sans Symbols"/>
              <a:buChar char="▪"/>
              <a:defRPr sz="2000"/>
            </a:lvl2pPr>
            <a:lvl3pPr indent="-320040" lvl="2" marL="1371600" algn="l">
              <a:spcBef>
                <a:spcPts val="1000"/>
              </a:spcBef>
              <a:spcAft>
                <a:spcPts val="0"/>
              </a:spcAft>
              <a:buClr>
                <a:schemeClr val="accent4"/>
              </a:buClr>
              <a:buSzPts val="1440"/>
              <a:buFont typeface="Noto Sans Symbols"/>
              <a:buChar char="▪"/>
              <a:defRPr sz="1800"/>
            </a:lvl3pPr>
            <a:lvl4pPr indent="-320040" lvl="3" marL="1828800" algn="l">
              <a:spcBef>
                <a:spcPts val="1000"/>
              </a:spcBef>
              <a:spcAft>
                <a:spcPts val="0"/>
              </a:spcAft>
              <a:buClr>
                <a:schemeClr val="accent4"/>
              </a:buClr>
              <a:buSzPts val="1440"/>
              <a:buFont typeface="Noto Sans Symbols"/>
              <a:buChar char="▪"/>
              <a:defRPr sz="1800"/>
            </a:lvl4pPr>
            <a:lvl5pPr indent="-320040" lvl="4" marL="2286000" algn="l">
              <a:spcBef>
                <a:spcPts val="1000"/>
              </a:spcBef>
              <a:spcAft>
                <a:spcPts val="0"/>
              </a:spcAft>
              <a:buClr>
                <a:schemeClr val="accent4"/>
              </a:buClr>
              <a:buSzPts val="1440"/>
              <a:buFont typeface="Noto Sans Symbols"/>
              <a:buChar char="▪"/>
              <a:defRPr sz="1800"/>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50" name="Google Shape;50;p4"/>
          <p:cNvSpPr txBox="1"/>
          <p:nvPr>
            <p:ph type="title"/>
          </p:nvPr>
        </p:nvSpPr>
        <p:spPr>
          <a:xfrm>
            <a:off x="660400" y="805213"/>
            <a:ext cx="4275138" cy="830997"/>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800"/>
              <a:buFont typeface="Trebuchet MS"/>
              <a:buNone/>
              <a:defRPr b="1" sz="4800">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extLst>
    <p:ext uri="{DCECCB84-F9BA-43D5-87BE-67443E8EF086}">
      <p15:sldGuideLst>
        <p15:guide id="1" orient="horz" pos="216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p:cSld name="Team">
    <p:spTree>
      <p:nvGrpSpPr>
        <p:cNvPr id="51" name="Shape 51"/>
        <p:cNvGrpSpPr/>
        <p:nvPr/>
      </p:nvGrpSpPr>
      <p:grpSpPr>
        <a:xfrm>
          <a:off x="0" y="0"/>
          <a:ext cx="0" cy="0"/>
          <a:chOff x="0" y="0"/>
          <a:chExt cx="0" cy="0"/>
        </a:xfrm>
      </p:grpSpPr>
      <p:sp>
        <p:nvSpPr>
          <p:cNvPr id="52" name="Google Shape;52;p5"/>
          <p:cNvSpPr/>
          <p:nvPr>
            <p:ph idx="2" type="pic"/>
          </p:nvPr>
        </p:nvSpPr>
        <p:spPr>
          <a:xfrm>
            <a:off x="5353508" y="2555551"/>
            <a:ext cx="1484985" cy="1280160"/>
          </a:xfrm>
          <a:prstGeom prst="rect">
            <a:avLst/>
          </a:prstGeom>
          <a:noFill/>
          <a:ln>
            <a:noFill/>
          </a:ln>
        </p:spPr>
      </p:sp>
      <p:sp>
        <p:nvSpPr>
          <p:cNvPr id="53" name="Google Shape;53;p5"/>
          <p:cNvSpPr/>
          <p:nvPr>
            <p:ph idx="3" type="pic"/>
          </p:nvPr>
        </p:nvSpPr>
        <p:spPr>
          <a:xfrm>
            <a:off x="3115921" y="2555551"/>
            <a:ext cx="1484985" cy="1280160"/>
          </a:xfrm>
          <a:prstGeom prst="rect">
            <a:avLst/>
          </a:prstGeom>
          <a:noFill/>
          <a:ln>
            <a:noFill/>
          </a:ln>
        </p:spPr>
      </p:sp>
      <p:sp>
        <p:nvSpPr>
          <p:cNvPr id="54" name="Google Shape;54;p5"/>
          <p:cNvSpPr/>
          <p:nvPr>
            <p:ph idx="4" type="pic"/>
          </p:nvPr>
        </p:nvSpPr>
        <p:spPr>
          <a:xfrm>
            <a:off x="7602465" y="2555551"/>
            <a:ext cx="1484985" cy="1280160"/>
          </a:xfrm>
          <a:prstGeom prst="rect">
            <a:avLst/>
          </a:prstGeom>
          <a:noFill/>
          <a:ln>
            <a:noFill/>
          </a:ln>
        </p:spPr>
      </p:sp>
      <p:sp>
        <p:nvSpPr>
          <p:cNvPr id="55" name="Google Shape;55;p5"/>
          <p:cNvSpPr/>
          <p:nvPr>
            <p:ph idx="5" type="pic"/>
          </p:nvPr>
        </p:nvSpPr>
        <p:spPr>
          <a:xfrm>
            <a:off x="9840051" y="2555551"/>
            <a:ext cx="1484985" cy="1280160"/>
          </a:xfrm>
          <a:prstGeom prst="rect">
            <a:avLst/>
          </a:prstGeom>
          <a:noFill/>
          <a:ln>
            <a:noFill/>
          </a:ln>
        </p:spPr>
      </p:sp>
      <p:sp>
        <p:nvSpPr>
          <p:cNvPr id="56" name="Google Shape;56;p5"/>
          <p:cNvSpPr txBox="1"/>
          <p:nvPr>
            <p:ph type="title"/>
          </p:nvPr>
        </p:nvSpPr>
        <p:spPr>
          <a:xfrm>
            <a:off x="432000" y="647700"/>
            <a:ext cx="11340000" cy="700114"/>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5"/>
          <p:cNvSpPr/>
          <p:nvPr/>
        </p:nvSpPr>
        <p:spPr>
          <a:xfrm>
            <a:off x="546669" y="3467555"/>
            <a:ext cx="458268" cy="395059"/>
          </a:xfrm>
          <a:prstGeom prst="hexagon">
            <a:avLst>
              <a:gd fmla="val 25000" name="adj"/>
              <a:gd fmla="val 115470" name="vf"/>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rebuchet MS"/>
              <a:ea typeface="Trebuchet MS"/>
              <a:cs typeface="Trebuchet MS"/>
              <a:sym typeface="Trebuchet MS"/>
            </a:endParaRPr>
          </a:p>
        </p:txBody>
      </p:sp>
      <p:sp>
        <p:nvSpPr>
          <p:cNvPr id="58" name="Google Shape;58;p5"/>
          <p:cNvSpPr/>
          <p:nvPr/>
        </p:nvSpPr>
        <p:spPr>
          <a:xfrm>
            <a:off x="11113337" y="2394722"/>
            <a:ext cx="358391" cy="308958"/>
          </a:xfrm>
          <a:prstGeom prst="hexagon">
            <a:avLst>
              <a:gd fmla="val 25000" name="adj"/>
              <a:gd fmla="val 115470" name="vf"/>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rebuchet MS"/>
              <a:ea typeface="Trebuchet MS"/>
              <a:cs typeface="Trebuchet MS"/>
              <a:sym typeface="Trebuchet MS"/>
            </a:endParaRPr>
          </a:p>
        </p:txBody>
      </p:sp>
      <p:sp>
        <p:nvSpPr>
          <p:cNvPr id="59" name="Google Shape;59;p5"/>
          <p:cNvSpPr/>
          <p:nvPr/>
        </p:nvSpPr>
        <p:spPr>
          <a:xfrm>
            <a:off x="10882649" y="2202202"/>
            <a:ext cx="230688" cy="198869"/>
          </a:xfrm>
          <a:prstGeom prst="hexagon">
            <a:avLst>
              <a:gd fmla="val 25000" name="adj"/>
              <a:gd fmla="val 115470" name="vf"/>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rebuchet MS"/>
              <a:ea typeface="Trebuchet MS"/>
              <a:cs typeface="Trebuchet MS"/>
              <a:sym typeface="Trebuchet MS"/>
            </a:endParaRPr>
          </a:p>
        </p:txBody>
      </p:sp>
      <p:sp>
        <p:nvSpPr>
          <p:cNvPr id="60" name="Google Shape;60;p5"/>
          <p:cNvSpPr txBox="1"/>
          <p:nvPr>
            <p:ph idx="1" type="body"/>
          </p:nvPr>
        </p:nvSpPr>
        <p:spPr>
          <a:xfrm>
            <a:off x="546668" y="4172761"/>
            <a:ext cx="2139696" cy="344312"/>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600"/>
              <a:buNone/>
              <a:defRPr b="1" sz="2000">
                <a:solidFill>
                  <a:schemeClr val="accent4"/>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1" name="Google Shape;61;p5"/>
          <p:cNvSpPr txBox="1"/>
          <p:nvPr>
            <p:ph idx="6" type="body"/>
          </p:nvPr>
        </p:nvSpPr>
        <p:spPr>
          <a:xfrm>
            <a:off x="556692" y="4588259"/>
            <a:ext cx="2139696" cy="344312"/>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280"/>
              <a:buNone/>
              <a:defRPr sz="1600">
                <a:solidFill>
                  <a:schemeClr val="dk1"/>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2" name="Google Shape;62;p5"/>
          <p:cNvSpPr txBox="1"/>
          <p:nvPr>
            <p:ph idx="7" type="body"/>
          </p:nvPr>
        </p:nvSpPr>
        <p:spPr>
          <a:xfrm>
            <a:off x="2789482" y="4172761"/>
            <a:ext cx="2139696" cy="344312"/>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600"/>
              <a:buNone/>
              <a:defRPr b="1" sz="2000">
                <a:solidFill>
                  <a:schemeClr val="accent4"/>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3" name="Google Shape;63;p5"/>
          <p:cNvSpPr txBox="1"/>
          <p:nvPr>
            <p:ph idx="8" type="body"/>
          </p:nvPr>
        </p:nvSpPr>
        <p:spPr>
          <a:xfrm>
            <a:off x="2789483" y="4588259"/>
            <a:ext cx="2139696" cy="344312"/>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280"/>
              <a:buNone/>
              <a:defRPr sz="1600">
                <a:solidFill>
                  <a:schemeClr val="dk1"/>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4" name="Google Shape;64;p5"/>
          <p:cNvSpPr txBox="1"/>
          <p:nvPr>
            <p:ph idx="9" type="body"/>
          </p:nvPr>
        </p:nvSpPr>
        <p:spPr>
          <a:xfrm>
            <a:off x="5032296" y="4172761"/>
            <a:ext cx="2139696" cy="344312"/>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600"/>
              <a:buNone/>
              <a:defRPr b="1" sz="2000">
                <a:solidFill>
                  <a:schemeClr val="accent4"/>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5" name="Google Shape;65;p5"/>
          <p:cNvSpPr txBox="1"/>
          <p:nvPr>
            <p:ph idx="13" type="body"/>
          </p:nvPr>
        </p:nvSpPr>
        <p:spPr>
          <a:xfrm>
            <a:off x="5029201" y="4588259"/>
            <a:ext cx="2139696" cy="344312"/>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280"/>
              <a:buNone/>
              <a:defRPr sz="1600">
                <a:solidFill>
                  <a:schemeClr val="dk1"/>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6" name="Google Shape;66;p5"/>
          <p:cNvSpPr txBox="1"/>
          <p:nvPr>
            <p:ph idx="14" type="body"/>
          </p:nvPr>
        </p:nvSpPr>
        <p:spPr>
          <a:xfrm>
            <a:off x="7275110" y="4172761"/>
            <a:ext cx="2139696" cy="344312"/>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600"/>
              <a:buNone/>
              <a:defRPr b="1" sz="2000">
                <a:solidFill>
                  <a:schemeClr val="accent4"/>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7" name="Google Shape;67;p5"/>
          <p:cNvSpPr txBox="1"/>
          <p:nvPr>
            <p:ph idx="15" type="body"/>
          </p:nvPr>
        </p:nvSpPr>
        <p:spPr>
          <a:xfrm>
            <a:off x="7275111" y="4588259"/>
            <a:ext cx="2139696" cy="344312"/>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280"/>
              <a:buNone/>
              <a:defRPr sz="1600">
                <a:solidFill>
                  <a:schemeClr val="dk1"/>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8" name="Google Shape;68;p5"/>
          <p:cNvSpPr txBox="1"/>
          <p:nvPr>
            <p:ph idx="16" type="body"/>
          </p:nvPr>
        </p:nvSpPr>
        <p:spPr>
          <a:xfrm>
            <a:off x="9517923" y="4172761"/>
            <a:ext cx="2139696" cy="344312"/>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600"/>
              <a:buNone/>
              <a:defRPr b="1" sz="2000">
                <a:solidFill>
                  <a:schemeClr val="accent4"/>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9" name="Google Shape;69;p5"/>
          <p:cNvSpPr txBox="1"/>
          <p:nvPr>
            <p:ph idx="17" type="body"/>
          </p:nvPr>
        </p:nvSpPr>
        <p:spPr>
          <a:xfrm>
            <a:off x="9517923" y="4588259"/>
            <a:ext cx="2139696" cy="344312"/>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280"/>
              <a:buNone/>
              <a:defRPr sz="1600">
                <a:solidFill>
                  <a:schemeClr val="dk1"/>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70" name="Google Shape;70;p5"/>
          <p:cNvSpPr/>
          <p:nvPr>
            <p:ph idx="18" type="pic"/>
          </p:nvPr>
        </p:nvSpPr>
        <p:spPr>
          <a:xfrm>
            <a:off x="878337" y="2555551"/>
            <a:ext cx="1484985" cy="1280160"/>
          </a:xfrm>
          <a:prstGeom prst="rect">
            <a:avLst/>
          </a:prstGeom>
          <a:noFill/>
          <a:ln>
            <a:noFill/>
          </a:ln>
        </p:spPr>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71" name="Shape 71"/>
        <p:cNvGrpSpPr/>
        <p:nvPr/>
      </p:nvGrpSpPr>
      <p:grpSpPr>
        <a:xfrm>
          <a:off x="0" y="0"/>
          <a:ext cx="0" cy="0"/>
          <a:chOff x="0" y="0"/>
          <a:chExt cx="0" cy="0"/>
        </a:xfrm>
      </p:grpSpPr>
      <p:grpSp>
        <p:nvGrpSpPr>
          <p:cNvPr id="72" name="Google Shape;72;p6"/>
          <p:cNvGrpSpPr/>
          <p:nvPr/>
        </p:nvGrpSpPr>
        <p:grpSpPr>
          <a:xfrm>
            <a:off x="0" y="-8467"/>
            <a:ext cx="12192000" cy="6866467"/>
            <a:chOff x="0" y="-8467"/>
            <a:chExt cx="12192000" cy="6866467"/>
          </a:xfrm>
        </p:grpSpPr>
        <p:sp>
          <p:nvSpPr>
            <p:cNvPr id="73" name="Google Shape;73;p6"/>
            <p:cNvSpPr/>
            <p:nvPr/>
          </p:nvSpPr>
          <p:spPr>
            <a:xfrm>
              <a:off x="0" y="-7862"/>
              <a:ext cx="863600" cy="5698067"/>
            </a:xfrm>
            <a:custGeom>
              <a:rect b="b" l="l" r="r" t="t"/>
              <a:pathLst>
                <a:path extrusionOk="0" h="5698067" w="863600">
                  <a:moveTo>
                    <a:pt x="0" y="8467"/>
                  </a:moveTo>
                  <a:lnTo>
                    <a:pt x="863600" y="0"/>
                  </a:lnTo>
                  <a:lnTo>
                    <a:pt x="863600" y="16934"/>
                  </a:lnTo>
                  <a:lnTo>
                    <a:pt x="0" y="5698067"/>
                  </a:lnTo>
                  <a:lnTo>
                    <a:pt x="0" y="8467"/>
                  </a:lnTo>
                  <a:close/>
                </a:path>
              </a:pathLst>
            </a:custGeom>
            <a:solidFill>
              <a:schemeClr val="accent1">
                <a:alpha val="70196"/>
              </a:schemeClr>
            </a:solidFill>
            <a:ln>
              <a:noFill/>
            </a:ln>
          </p:spPr>
        </p:sp>
        <p:cxnSp>
          <p:nvCxnSpPr>
            <p:cNvPr id="74" name="Google Shape;74;p6"/>
            <p:cNvCxnSpPr/>
            <p:nvPr/>
          </p:nvCxnSpPr>
          <p:spPr>
            <a:xfrm>
              <a:off x="9371012" y="0"/>
              <a:ext cx="1219200" cy="6858000"/>
            </a:xfrm>
            <a:prstGeom prst="straightConnector1">
              <a:avLst/>
            </a:prstGeom>
            <a:noFill/>
            <a:ln cap="flat" cmpd="sng" w="9525">
              <a:solidFill>
                <a:schemeClr val="accent1">
                  <a:alpha val="70196"/>
                </a:schemeClr>
              </a:solidFill>
              <a:prstDash val="solid"/>
              <a:round/>
              <a:headEnd len="sm" w="sm" type="none"/>
              <a:tailEnd len="sm" w="sm" type="none"/>
            </a:ln>
          </p:spPr>
        </p:cxnSp>
        <p:cxnSp>
          <p:nvCxnSpPr>
            <p:cNvPr id="75" name="Google Shape;75;p6"/>
            <p:cNvCxnSpPr/>
            <p:nvPr/>
          </p:nvCxnSpPr>
          <p:spPr>
            <a:xfrm flipH="1">
              <a:off x="7425267" y="3681413"/>
              <a:ext cx="4763558" cy="3176587"/>
            </a:xfrm>
            <a:prstGeom prst="straightConnector1">
              <a:avLst/>
            </a:prstGeom>
            <a:noFill/>
            <a:ln cap="flat" cmpd="sng" w="9525">
              <a:solidFill>
                <a:schemeClr val="accent1">
                  <a:alpha val="70196"/>
                </a:schemeClr>
              </a:solidFill>
              <a:prstDash val="solid"/>
              <a:round/>
              <a:headEnd len="sm" w="sm" type="none"/>
              <a:tailEnd len="sm" w="sm" type="none"/>
            </a:ln>
          </p:spPr>
        </p:cxnSp>
        <p:sp>
          <p:nvSpPr>
            <p:cNvPr id="76" name="Google Shape;76;p6"/>
            <p:cNvSpPr/>
            <p:nvPr/>
          </p:nvSpPr>
          <p:spPr>
            <a:xfrm>
              <a:off x="9181476" y="-8467"/>
              <a:ext cx="3007349" cy="6866467"/>
            </a:xfrm>
            <a:custGeom>
              <a:rect b="b" l="l" r="r" t="t"/>
              <a:pathLst>
                <a:path extrusionOk="0" h="6866467" w="3007349">
                  <a:moveTo>
                    <a:pt x="2045532" y="0"/>
                  </a:moveTo>
                  <a:lnTo>
                    <a:pt x="3007349" y="0"/>
                  </a:lnTo>
                  <a:lnTo>
                    <a:pt x="3007349" y="6866467"/>
                  </a:lnTo>
                  <a:lnTo>
                    <a:pt x="0" y="6866467"/>
                  </a:lnTo>
                  <a:lnTo>
                    <a:pt x="2045532" y="0"/>
                  </a:lnTo>
                  <a:close/>
                </a:path>
              </a:pathLst>
            </a:custGeom>
            <a:solidFill>
              <a:schemeClr val="accent1">
                <a:alpha val="36078"/>
              </a:schemeClr>
            </a:solidFill>
            <a:ln>
              <a:noFill/>
            </a:ln>
          </p:spPr>
        </p:sp>
        <p:sp>
          <p:nvSpPr>
            <p:cNvPr id="77" name="Google Shape;77;p6"/>
            <p:cNvSpPr/>
            <p:nvPr/>
          </p:nvSpPr>
          <p:spPr>
            <a:xfrm>
              <a:off x="9603442" y="-8467"/>
              <a:ext cx="2588558" cy="6866467"/>
            </a:xfrm>
            <a:custGeom>
              <a:rect b="b" l="l" r="r" t="t"/>
              <a:pathLst>
                <a:path extrusionOk="0" h="6866467" w="2573311">
                  <a:moveTo>
                    <a:pt x="0" y="0"/>
                  </a:moveTo>
                  <a:lnTo>
                    <a:pt x="2573311" y="0"/>
                  </a:lnTo>
                  <a:lnTo>
                    <a:pt x="2573311" y="6866467"/>
                  </a:lnTo>
                  <a:lnTo>
                    <a:pt x="1202336" y="6866467"/>
                  </a:lnTo>
                  <a:lnTo>
                    <a:pt x="0" y="0"/>
                  </a:lnTo>
                  <a:close/>
                </a:path>
              </a:pathLst>
            </a:custGeom>
            <a:solidFill>
              <a:schemeClr val="accent1">
                <a:alpha val="20000"/>
              </a:schemeClr>
            </a:solidFill>
            <a:ln>
              <a:noFill/>
            </a:ln>
          </p:spPr>
        </p:sp>
        <p:sp>
          <p:nvSpPr>
            <p:cNvPr id="78" name="Google Shape;78;p6"/>
            <p:cNvSpPr/>
            <p:nvPr/>
          </p:nvSpPr>
          <p:spPr>
            <a:xfrm>
              <a:off x="8932333" y="3048000"/>
              <a:ext cx="3259667" cy="3810000"/>
            </a:xfrm>
            <a:prstGeom prst="triangle">
              <a:avLst>
                <a:gd fmla="val 100000" name="adj"/>
              </a:avLst>
            </a:prstGeom>
            <a:solidFill>
              <a:srgbClr val="16B0E3">
                <a:alpha val="6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6"/>
            <p:cNvSpPr/>
            <p:nvPr/>
          </p:nvSpPr>
          <p:spPr>
            <a:xfrm>
              <a:off x="9334500" y="-8467"/>
              <a:ext cx="2854326" cy="6866467"/>
            </a:xfrm>
            <a:custGeom>
              <a:rect b="b" l="l" r="r" t="t"/>
              <a:pathLst>
                <a:path extrusionOk="0" h="6866467" w="2858013">
                  <a:moveTo>
                    <a:pt x="0" y="0"/>
                  </a:moveTo>
                  <a:lnTo>
                    <a:pt x="2858013" y="0"/>
                  </a:lnTo>
                  <a:lnTo>
                    <a:pt x="2858013" y="6866467"/>
                  </a:lnTo>
                  <a:lnTo>
                    <a:pt x="2473942" y="6866467"/>
                  </a:lnTo>
                  <a:lnTo>
                    <a:pt x="0" y="0"/>
                  </a:lnTo>
                  <a:close/>
                </a:path>
              </a:pathLst>
            </a:custGeom>
            <a:solidFill>
              <a:srgbClr val="16B0E3">
                <a:alpha val="50196"/>
              </a:srgbClr>
            </a:solidFill>
            <a:ln>
              <a:noFill/>
            </a:ln>
          </p:spPr>
        </p:sp>
        <p:sp>
          <p:nvSpPr>
            <p:cNvPr id="80" name="Google Shape;80;p6"/>
            <p:cNvSpPr/>
            <p:nvPr/>
          </p:nvSpPr>
          <p:spPr>
            <a:xfrm>
              <a:off x="10898730" y="-8467"/>
              <a:ext cx="1290094" cy="6866467"/>
            </a:xfrm>
            <a:custGeom>
              <a:rect b="b" l="l" r="r" t="t"/>
              <a:pathLst>
                <a:path extrusionOk="0" h="6858000" w="1290094">
                  <a:moveTo>
                    <a:pt x="1019735" y="0"/>
                  </a:moveTo>
                  <a:lnTo>
                    <a:pt x="1290094" y="0"/>
                  </a:lnTo>
                  <a:lnTo>
                    <a:pt x="1290094" y="6858000"/>
                  </a:lnTo>
                  <a:lnTo>
                    <a:pt x="0" y="6858000"/>
                  </a:lnTo>
                  <a:lnTo>
                    <a:pt x="1019735" y="0"/>
                  </a:lnTo>
                  <a:close/>
                </a:path>
              </a:pathLst>
            </a:custGeom>
            <a:solidFill>
              <a:schemeClr val="accent2">
                <a:alpha val="70196"/>
              </a:schemeClr>
            </a:solidFill>
            <a:ln>
              <a:noFill/>
            </a:ln>
          </p:spPr>
        </p:sp>
        <p:sp>
          <p:nvSpPr>
            <p:cNvPr id="81" name="Google Shape;81;p6"/>
            <p:cNvSpPr/>
            <p:nvPr/>
          </p:nvSpPr>
          <p:spPr>
            <a:xfrm>
              <a:off x="10938999" y="-8467"/>
              <a:ext cx="1249825" cy="6866467"/>
            </a:xfrm>
            <a:custGeom>
              <a:rect b="b" l="l" r="r" t="t"/>
              <a:pathLst>
                <a:path extrusionOk="0" h="6858000" w="1249825">
                  <a:moveTo>
                    <a:pt x="0" y="0"/>
                  </a:moveTo>
                  <a:lnTo>
                    <a:pt x="1249825" y="0"/>
                  </a:lnTo>
                  <a:lnTo>
                    <a:pt x="1249825" y="6858000"/>
                  </a:lnTo>
                  <a:lnTo>
                    <a:pt x="1109382" y="6858000"/>
                  </a:lnTo>
                  <a:lnTo>
                    <a:pt x="0" y="0"/>
                  </a:lnTo>
                  <a:close/>
                </a:path>
              </a:pathLst>
            </a:custGeom>
            <a:solidFill>
              <a:srgbClr val="226292">
                <a:alpha val="80000"/>
              </a:srgbClr>
            </a:solidFill>
            <a:ln>
              <a:noFill/>
            </a:ln>
          </p:spPr>
        </p:sp>
        <p:sp>
          <p:nvSpPr>
            <p:cNvPr id="82" name="Google Shape;82;p6"/>
            <p:cNvSpPr/>
            <p:nvPr/>
          </p:nvSpPr>
          <p:spPr>
            <a:xfrm>
              <a:off x="10371666" y="3589867"/>
              <a:ext cx="1817159" cy="3268133"/>
            </a:xfrm>
            <a:prstGeom prst="triangle">
              <a:avLst>
                <a:gd fmla="val 100000" name="adj"/>
              </a:avLst>
            </a:prstGeom>
            <a:solidFill>
              <a:srgbClr val="16B0E3">
                <a:alpha val="6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3" name="Google Shape;83;p6"/>
          <p:cNvSpPr txBox="1"/>
          <p:nvPr>
            <p:ph type="ctrTitle"/>
          </p:nvPr>
        </p:nvSpPr>
        <p:spPr>
          <a:xfrm>
            <a:off x="1507067" y="2404534"/>
            <a:ext cx="7766936" cy="1646302"/>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Clr>
                <a:schemeClr val="accent1"/>
              </a:buClr>
              <a:buSzPts val="5400"/>
              <a:buFont typeface="Trebuchet MS"/>
              <a:buNone/>
              <a:defRPr sz="5400">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6"/>
          <p:cNvSpPr txBox="1"/>
          <p:nvPr>
            <p:ph idx="1" type="subTitle"/>
          </p:nvPr>
        </p:nvSpPr>
        <p:spPr>
          <a:xfrm>
            <a:off x="1507067" y="4050833"/>
            <a:ext cx="7766936" cy="1096899"/>
          </a:xfrm>
          <a:prstGeom prst="rect">
            <a:avLst/>
          </a:prstGeom>
          <a:noFill/>
          <a:ln>
            <a:noFill/>
          </a:ln>
        </p:spPr>
        <p:txBody>
          <a:bodyPr anchorCtr="0" anchor="t" bIns="45700" lIns="91425" spcFirstLastPara="1" rIns="91425" wrap="square" tIns="45700">
            <a:normAutofit/>
          </a:bodyPr>
          <a:lstStyle>
            <a:lvl1pPr lvl="0" algn="r">
              <a:spcBef>
                <a:spcPts val="1000"/>
              </a:spcBef>
              <a:spcAft>
                <a:spcPts val="0"/>
              </a:spcAft>
              <a:buSzPts val="1440"/>
              <a:buNone/>
              <a:defRPr>
                <a:solidFill>
                  <a:srgbClr val="7F7F7F"/>
                </a:solidFill>
              </a:defRPr>
            </a:lvl1pPr>
            <a:lvl2pPr lvl="1" algn="ctr">
              <a:spcBef>
                <a:spcPts val="1000"/>
              </a:spcBef>
              <a:spcAft>
                <a:spcPts val="0"/>
              </a:spcAft>
              <a:buSzPts val="1280"/>
              <a:buNone/>
              <a:defRPr>
                <a:solidFill>
                  <a:srgbClr val="888888"/>
                </a:solidFill>
              </a:defRPr>
            </a:lvl2pPr>
            <a:lvl3pPr lvl="2" algn="ctr">
              <a:spcBef>
                <a:spcPts val="1000"/>
              </a:spcBef>
              <a:spcAft>
                <a:spcPts val="0"/>
              </a:spcAft>
              <a:buSzPts val="1120"/>
              <a:buNone/>
              <a:defRPr>
                <a:solidFill>
                  <a:srgbClr val="888888"/>
                </a:solidFill>
              </a:defRPr>
            </a:lvl3pPr>
            <a:lvl4pPr lvl="3" algn="ctr">
              <a:spcBef>
                <a:spcPts val="1000"/>
              </a:spcBef>
              <a:spcAft>
                <a:spcPts val="0"/>
              </a:spcAft>
              <a:buSzPts val="960"/>
              <a:buNone/>
              <a:defRPr>
                <a:solidFill>
                  <a:srgbClr val="888888"/>
                </a:solidFill>
              </a:defRPr>
            </a:lvl4pPr>
            <a:lvl5pPr lvl="4" algn="ctr">
              <a:spcBef>
                <a:spcPts val="1000"/>
              </a:spcBef>
              <a:spcAft>
                <a:spcPts val="0"/>
              </a:spcAft>
              <a:buSzPts val="960"/>
              <a:buNone/>
              <a:defRPr>
                <a:solidFill>
                  <a:srgbClr val="888888"/>
                </a:solidFill>
              </a:defRPr>
            </a:lvl5pPr>
            <a:lvl6pPr lvl="5" algn="ctr">
              <a:spcBef>
                <a:spcPts val="1000"/>
              </a:spcBef>
              <a:spcAft>
                <a:spcPts val="0"/>
              </a:spcAft>
              <a:buSzPts val="960"/>
              <a:buNone/>
              <a:defRPr>
                <a:solidFill>
                  <a:srgbClr val="888888"/>
                </a:solidFill>
              </a:defRPr>
            </a:lvl6pPr>
            <a:lvl7pPr lvl="6" algn="ctr">
              <a:spcBef>
                <a:spcPts val="1000"/>
              </a:spcBef>
              <a:spcAft>
                <a:spcPts val="0"/>
              </a:spcAft>
              <a:buSzPts val="960"/>
              <a:buNone/>
              <a:defRPr>
                <a:solidFill>
                  <a:srgbClr val="888888"/>
                </a:solidFill>
              </a:defRPr>
            </a:lvl7pPr>
            <a:lvl8pPr lvl="7" algn="ctr">
              <a:spcBef>
                <a:spcPts val="1000"/>
              </a:spcBef>
              <a:spcAft>
                <a:spcPts val="0"/>
              </a:spcAft>
              <a:buSzPts val="960"/>
              <a:buNone/>
              <a:defRPr>
                <a:solidFill>
                  <a:srgbClr val="888888"/>
                </a:solidFill>
              </a:defRPr>
            </a:lvl8pPr>
            <a:lvl9pPr lvl="8" algn="ctr">
              <a:spcBef>
                <a:spcPts val="1000"/>
              </a:spcBef>
              <a:spcAft>
                <a:spcPts val="0"/>
              </a:spcAft>
              <a:buSzPts val="960"/>
              <a:buNone/>
              <a:defRPr>
                <a:solidFill>
                  <a:srgbClr val="888888"/>
                </a:solidFill>
              </a:defRPr>
            </a:lvl9pPr>
          </a:lstStyle>
          <a:p/>
        </p:txBody>
      </p:sp>
      <p:sp>
        <p:nvSpPr>
          <p:cNvPr id="85" name="Google Shape;85;p6"/>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6"/>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6"/>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88" name="Shape 88"/>
        <p:cNvGrpSpPr/>
        <p:nvPr/>
      </p:nvGrpSpPr>
      <p:grpSpPr>
        <a:xfrm>
          <a:off x="0" y="0"/>
          <a:ext cx="0" cy="0"/>
          <a:chOff x="0" y="0"/>
          <a:chExt cx="0" cy="0"/>
        </a:xfrm>
      </p:grpSpPr>
      <p:sp>
        <p:nvSpPr>
          <p:cNvPr id="89" name="Google Shape;89;p7"/>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7"/>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91" name="Google Shape;91;p7"/>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7"/>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7"/>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4" name="Shape 94"/>
        <p:cNvGrpSpPr/>
        <p:nvPr/>
      </p:nvGrpSpPr>
      <p:grpSpPr>
        <a:xfrm>
          <a:off x="0" y="0"/>
          <a:ext cx="0" cy="0"/>
          <a:chOff x="0" y="0"/>
          <a:chExt cx="0" cy="0"/>
        </a:xfrm>
      </p:grpSpPr>
      <p:sp>
        <p:nvSpPr>
          <p:cNvPr id="95" name="Google Shape;95;p8"/>
          <p:cNvSpPr txBox="1"/>
          <p:nvPr>
            <p:ph type="title"/>
          </p:nvPr>
        </p:nvSpPr>
        <p:spPr>
          <a:xfrm>
            <a:off x="677335" y="2700867"/>
            <a:ext cx="8596668" cy="1826581"/>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4000"/>
              <a:buFont typeface="Trebuchet MS"/>
              <a:buNone/>
              <a:defRPr b="0"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8"/>
          <p:cNvSpPr txBox="1"/>
          <p:nvPr>
            <p:ph idx="1" type="body"/>
          </p:nvPr>
        </p:nvSpPr>
        <p:spPr>
          <a:xfrm>
            <a:off x="677335" y="4527448"/>
            <a:ext cx="8596668" cy="860400"/>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600"/>
              <a:buNone/>
              <a:defRPr sz="2000">
                <a:solidFill>
                  <a:srgbClr val="7F7F7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97" name="Google Shape;97;p8"/>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8"/>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8"/>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00" name="Shape 100"/>
        <p:cNvGrpSpPr/>
        <p:nvPr/>
      </p:nvGrpSpPr>
      <p:grpSpPr>
        <a:xfrm>
          <a:off x="0" y="0"/>
          <a:ext cx="0" cy="0"/>
          <a:chOff x="0" y="0"/>
          <a:chExt cx="0" cy="0"/>
        </a:xfrm>
      </p:grpSpPr>
      <p:sp>
        <p:nvSpPr>
          <p:cNvPr id="101" name="Google Shape;101;p9"/>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9"/>
          <p:cNvSpPr txBox="1"/>
          <p:nvPr>
            <p:ph idx="1" type="body"/>
          </p:nvPr>
        </p:nvSpPr>
        <p:spPr>
          <a:xfrm>
            <a:off x="677334" y="2160589"/>
            <a:ext cx="4184035" cy="3880772"/>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03" name="Google Shape;103;p9"/>
          <p:cNvSpPr txBox="1"/>
          <p:nvPr>
            <p:ph idx="2" type="body"/>
          </p:nvPr>
        </p:nvSpPr>
        <p:spPr>
          <a:xfrm>
            <a:off x="5089970" y="2160589"/>
            <a:ext cx="4184034" cy="3880773"/>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04" name="Google Shape;104;p9"/>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p9"/>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6" name="Google Shape;106;p9"/>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07" name="Shape 107"/>
        <p:cNvGrpSpPr/>
        <p:nvPr/>
      </p:nvGrpSpPr>
      <p:grpSpPr>
        <a:xfrm>
          <a:off x="0" y="0"/>
          <a:ext cx="0" cy="0"/>
          <a:chOff x="0" y="0"/>
          <a:chExt cx="0" cy="0"/>
        </a:xfrm>
      </p:grpSpPr>
      <p:sp>
        <p:nvSpPr>
          <p:cNvPr id="108" name="Google Shape;108;p10"/>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3600"/>
              <a:buFont typeface="Trebuchet MS"/>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p10"/>
          <p:cNvSpPr txBox="1"/>
          <p:nvPr>
            <p:ph idx="1" type="body"/>
          </p:nvPr>
        </p:nvSpPr>
        <p:spPr>
          <a:xfrm>
            <a:off x="675745" y="2160983"/>
            <a:ext cx="4185623"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110" name="Google Shape;110;p10"/>
          <p:cNvSpPr txBox="1"/>
          <p:nvPr>
            <p:ph idx="2" type="body"/>
          </p:nvPr>
        </p:nvSpPr>
        <p:spPr>
          <a:xfrm>
            <a:off x="675745" y="2737245"/>
            <a:ext cx="4185623" cy="3304117"/>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11" name="Google Shape;111;p10"/>
          <p:cNvSpPr txBox="1"/>
          <p:nvPr>
            <p:ph idx="3" type="body"/>
          </p:nvPr>
        </p:nvSpPr>
        <p:spPr>
          <a:xfrm>
            <a:off x="5088383" y="2160983"/>
            <a:ext cx="4185618"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112" name="Google Shape;112;p10"/>
          <p:cNvSpPr txBox="1"/>
          <p:nvPr>
            <p:ph idx="4" type="body"/>
          </p:nvPr>
        </p:nvSpPr>
        <p:spPr>
          <a:xfrm>
            <a:off x="5088384" y="2737245"/>
            <a:ext cx="4185617" cy="3304117"/>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13" name="Google Shape;113;p10"/>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4" name="Google Shape;114;p10"/>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5" name="Google Shape;115;p10"/>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6" name="Shape 116"/>
        <p:cNvGrpSpPr/>
        <p:nvPr/>
      </p:nvGrpSpPr>
      <p:grpSpPr>
        <a:xfrm>
          <a:off x="0" y="0"/>
          <a:ext cx="0" cy="0"/>
          <a:chOff x="0" y="0"/>
          <a:chExt cx="0" cy="0"/>
        </a:xfrm>
      </p:grpSpPr>
      <p:sp>
        <p:nvSpPr>
          <p:cNvPr id="117" name="Google Shape;117;p11"/>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8" name="Google Shape;118;p11"/>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9" name="Google Shape;119;p11"/>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0" name="Google Shape;120;p11"/>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1" name="Shape 121"/>
        <p:cNvGrpSpPr/>
        <p:nvPr/>
      </p:nvGrpSpPr>
      <p:grpSpPr>
        <a:xfrm>
          <a:off x="0" y="0"/>
          <a:ext cx="0" cy="0"/>
          <a:chOff x="0" y="0"/>
          <a:chExt cx="0" cy="0"/>
        </a:xfrm>
      </p:grpSpPr>
      <p:sp>
        <p:nvSpPr>
          <p:cNvPr id="122" name="Google Shape;122;p12"/>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3" name="Google Shape;123;p12"/>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4" name="Google Shape;124;p12"/>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25" name="Shape 125"/>
        <p:cNvGrpSpPr/>
        <p:nvPr/>
      </p:nvGrpSpPr>
      <p:grpSpPr>
        <a:xfrm>
          <a:off x="0" y="0"/>
          <a:ext cx="0" cy="0"/>
          <a:chOff x="0" y="0"/>
          <a:chExt cx="0" cy="0"/>
        </a:xfrm>
      </p:grpSpPr>
      <p:sp>
        <p:nvSpPr>
          <p:cNvPr id="126" name="Google Shape;126;p13"/>
          <p:cNvSpPr txBox="1"/>
          <p:nvPr>
            <p:ph type="title"/>
          </p:nvPr>
        </p:nvSpPr>
        <p:spPr>
          <a:xfrm>
            <a:off x="677334" y="1498604"/>
            <a:ext cx="3854528" cy="1278466"/>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2000"/>
              <a:buFont typeface="Trebuchet MS"/>
              <a:buNone/>
              <a:defRPr sz="2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7" name="Google Shape;127;p13"/>
          <p:cNvSpPr txBox="1"/>
          <p:nvPr>
            <p:ph idx="1" type="body"/>
          </p:nvPr>
        </p:nvSpPr>
        <p:spPr>
          <a:xfrm>
            <a:off x="4760461" y="514924"/>
            <a:ext cx="4513541" cy="5526437"/>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28" name="Google Shape;128;p13"/>
          <p:cNvSpPr txBox="1"/>
          <p:nvPr>
            <p:ph idx="2" type="body"/>
          </p:nvPr>
        </p:nvSpPr>
        <p:spPr>
          <a:xfrm>
            <a:off x="677334" y="2777069"/>
            <a:ext cx="3854528" cy="2584449"/>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1120"/>
              <a:buNone/>
              <a:defRPr sz="1400"/>
            </a:lvl2pPr>
            <a:lvl3pPr indent="-228600" lvl="2" marL="1371600" algn="l">
              <a:spcBef>
                <a:spcPts val="1000"/>
              </a:spcBef>
              <a:spcAft>
                <a:spcPts val="0"/>
              </a:spcAft>
              <a:buSzPts val="960"/>
              <a:buNone/>
              <a:defRPr sz="1200"/>
            </a:lvl3pPr>
            <a:lvl4pPr indent="-228600" lvl="3" marL="1828800" algn="l">
              <a:spcBef>
                <a:spcPts val="1000"/>
              </a:spcBef>
              <a:spcAft>
                <a:spcPts val="0"/>
              </a:spcAft>
              <a:buSzPts val="800"/>
              <a:buNone/>
              <a:defRPr sz="1000"/>
            </a:lvl4pPr>
            <a:lvl5pPr indent="-228600" lvl="4" marL="2286000" algn="l">
              <a:spcBef>
                <a:spcPts val="1000"/>
              </a:spcBef>
              <a:spcAft>
                <a:spcPts val="0"/>
              </a:spcAft>
              <a:buSzPts val="800"/>
              <a:buNone/>
              <a:defRPr sz="1000"/>
            </a:lvl5pPr>
            <a:lvl6pPr indent="-228600" lvl="5" marL="2743200" algn="l">
              <a:spcBef>
                <a:spcPts val="1000"/>
              </a:spcBef>
              <a:spcAft>
                <a:spcPts val="0"/>
              </a:spcAft>
              <a:buSzPts val="800"/>
              <a:buNone/>
              <a:defRPr sz="1000"/>
            </a:lvl6pPr>
            <a:lvl7pPr indent="-228600" lvl="6" marL="3200400" algn="l">
              <a:spcBef>
                <a:spcPts val="1000"/>
              </a:spcBef>
              <a:spcAft>
                <a:spcPts val="0"/>
              </a:spcAft>
              <a:buSzPts val="800"/>
              <a:buNone/>
              <a:defRPr sz="1000"/>
            </a:lvl7pPr>
            <a:lvl8pPr indent="-228600" lvl="7" marL="3657600" algn="l">
              <a:spcBef>
                <a:spcPts val="1000"/>
              </a:spcBef>
              <a:spcAft>
                <a:spcPts val="0"/>
              </a:spcAft>
              <a:buSzPts val="800"/>
              <a:buNone/>
              <a:defRPr sz="1000"/>
            </a:lvl8pPr>
            <a:lvl9pPr indent="-228600" lvl="8" marL="4114800" algn="l">
              <a:spcBef>
                <a:spcPts val="1000"/>
              </a:spcBef>
              <a:spcAft>
                <a:spcPts val="0"/>
              </a:spcAft>
              <a:buSzPts val="800"/>
              <a:buNone/>
              <a:defRPr sz="1000"/>
            </a:lvl9pPr>
          </a:lstStyle>
          <a:p/>
        </p:txBody>
      </p:sp>
      <p:sp>
        <p:nvSpPr>
          <p:cNvPr id="129" name="Google Shape;129;p13"/>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0" name="Google Shape;130;p13"/>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1" name="Google Shape;131;p13"/>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32" name="Shape 132"/>
        <p:cNvGrpSpPr/>
        <p:nvPr/>
      </p:nvGrpSpPr>
      <p:grpSpPr>
        <a:xfrm>
          <a:off x="0" y="0"/>
          <a:ext cx="0" cy="0"/>
          <a:chOff x="0" y="0"/>
          <a:chExt cx="0" cy="0"/>
        </a:xfrm>
      </p:grpSpPr>
      <p:sp>
        <p:nvSpPr>
          <p:cNvPr id="133" name="Google Shape;133;p14"/>
          <p:cNvSpPr txBox="1"/>
          <p:nvPr>
            <p:ph type="title"/>
          </p:nvPr>
        </p:nvSpPr>
        <p:spPr>
          <a:xfrm>
            <a:off x="677334" y="4800600"/>
            <a:ext cx="8596667"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2400"/>
              <a:buFont typeface="Trebuchet MS"/>
              <a:buNone/>
              <a:defRPr b="0"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4" name="Google Shape;134;p14"/>
          <p:cNvSpPr/>
          <p:nvPr>
            <p:ph idx="2" type="pic"/>
          </p:nvPr>
        </p:nvSpPr>
        <p:spPr>
          <a:xfrm>
            <a:off x="677334" y="609600"/>
            <a:ext cx="8596668" cy="3845718"/>
          </a:xfrm>
          <a:prstGeom prst="rect">
            <a:avLst/>
          </a:prstGeom>
          <a:noFill/>
          <a:ln>
            <a:noFill/>
          </a:ln>
        </p:spPr>
      </p:sp>
      <p:sp>
        <p:nvSpPr>
          <p:cNvPr id="135" name="Google Shape;135;p14"/>
          <p:cNvSpPr txBox="1"/>
          <p:nvPr>
            <p:ph idx="1" type="body"/>
          </p:nvPr>
        </p:nvSpPr>
        <p:spPr>
          <a:xfrm>
            <a:off x="677334" y="5367338"/>
            <a:ext cx="8596667" cy="674024"/>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960"/>
              <a:buNone/>
              <a:defRPr sz="12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136" name="Google Shape;136;p14"/>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7" name="Google Shape;137;p14"/>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38" name="Google Shape;138;p14"/>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139" name="Shape 139"/>
        <p:cNvGrpSpPr/>
        <p:nvPr/>
      </p:nvGrpSpPr>
      <p:grpSpPr>
        <a:xfrm>
          <a:off x="0" y="0"/>
          <a:ext cx="0" cy="0"/>
          <a:chOff x="0" y="0"/>
          <a:chExt cx="0" cy="0"/>
        </a:xfrm>
      </p:grpSpPr>
      <p:sp>
        <p:nvSpPr>
          <p:cNvPr id="140" name="Google Shape;140;p15"/>
          <p:cNvSpPr txBox="1"/>
          <p:nvPr>
            <p:ph type="title"/>
          </p:nvPr>
        </p:nvSpPr>
        <p:spPr>
          <a:xfrm>
            <a:off x="677335" y="609600"/>
            <a:ext cx="8596668" cy="3403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1" name="Google Shape;141;p15"/>
          <p:cNvSpPr txBox="1"/>
          <p:nvPr>
            <p:ph idx="1" type="body"/>
          </p:nvPr>
        </p:nvSpPr>
        <p:spPr>
          <a:xfrm>
            <a:off x="677335" y="4470400"/>
            <a:ext cx="8596668" cy="1570962"/>
          </a:xfrm>
          <a:prstGeom prst="rect">
            <a:avLst/>
          </a:prstGeom>
          <a:noFill/>
          <a:ln>
            <a:noFill/>
          </a:ln>
        </p:spPr>
        <p:txBody>
          <a:bodyPr anchorCtr="0" anchor="ctr" bIns="45700" lIns="91425" spcFirstLastPara="1" rIns="91425" wrap="square" tIns="45700">
            <a:normAutofit/>
          </a:bodyPr>
          <a:lstStyle>
            <a:lvl1pPr indent="-228600" lvl="0" marL="457200" algn="l">
              <a:spcBef>
                <a:spcPts val="1000"/>
              </a:spcBef>
              <a:spcAft>
                <a:spcPts val="0"/>
              </a:spcAft>
              <a:buSzPts val="1440"/>
              <a:buNone/>
              <a:defRPr sz="1800">
                <a:solidFill>
                  <a:srgbClr val="3F3F3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42" name="Google Shape;142;p15"/>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3" name="Google Shape;143;p15"/>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4" name="Google Shape;144;p15"/>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spTree>
      <p:nvGrpSpPr>
        <p:cNvPr id="145" name="Shape 145"/>
        <p:cNvGrpSpPr/>
        <p:nvPr/>
      </p:nvGrpSpPr>
      <p:grpSpPr>
        <a:xfrm>
          <a:off x="0" y="0"/>
          <a:ext cx="0" cy="0"/>
          <a:chOff x="0" y="0"/>
          <a:chExt cx="0" cy="0"/>
        </a:xfrm>
      </p:grpSpPr>
      <p:sp>
        <p:nvSpPr>
          <p:cNvPr id="146" name="Google Shape;146;p16"/>
          <p:cNvSpPr txBox="1"/>
          <p:nvPr>
            <p:ph type="title"/>
          </p:nvPr>
        </p:nvSpPr>
        <p:spPr>
          <a:xfrm>
            <a:off x="931334" y="609600"/>
            <a:ext cx="8094134" cy="3022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7" name="Google Shape;147;p16"/>
          <p:cNvSpPr txBox="1"/>
          <p:nvPr>
            <p:ph idx="1" type="body"/>
          </p:nvPr>
        </p:nvSpPr>
        <p:spPr>
          <a:xfrm>
            <a:off x="1366139" y="3632200"/>
            <a:ext cx="7224524" cy="381000"/>
          </a:xfrm>
          <a:prstGeom prst="rect">
            <a:avLst/>
          </a:prstGeom>
          <a:noFill/>
          <a:ln>
            <a:noFill/>
          </a:ln>
        </p:spPr>
        <p:txBody>
          <a:bodyPr anchorCtr="0" anchor="ctr" bIns="45700" lIns="91425" spcFirstLastPara="1" rIns="91425" wrap="square" tIns="45700">
            <a:noAutofit/>
          </a:bodyPr>
          <a:lstStyle>
            <a:lvl1pPr indent="-228600" lvl="0" marL="457200" algn="l">
              <a:spcBef>
                <a:spcPts val="1000"/>
              </a:spcBef>
              <a:spcAft>
                <a:spcPts val="0"/>
              </a:spcAft>
              <a:buSzPts val="1280"/>
              <a:buFont typeface="Trebuchet MS"/>
              <a:buNone/>
              <a:defRPr sz="1600">
                <a:solidFill>
                  <a:srgbClr val="7F7F7F"/>
                </a:solidFill>
              </a:defRPr>
            </a:lvl1pPr>
            <a:lvl2pPr indent="-228600" lvl="1" marL="914400" algn="l">
              <a:spcBef>
                <a:spcPts val="1000"/>
              </a:spcBef>
              <a:spcAft>
                <a:spcPts val="0"/>
              </a:spcAft>
              <a:buSzPts val="1280"/>
              <a:buFont typeface="Trebuchet MS"/>
              <a:buNone/>
              <a:defRPr/>
            </a:lvl2pPr>
            <a:lvl3pPr indent="-228600" lvl="2" marL="1371600" algn="l">
              <a:spcBef>
                <a:spcPts val="1000"/>
              </a:spcBef>
              <a:spcAft>
                <a:spcPts val="0"/>
              </a:spcAft>
              <a:buSzPts val="1120"/>
              <a:buFont typeface="Trebuchet MS"/>
              <a:buNone/>
              <a:defRPr/>
            </a:lvl3pPr>
            <a:lvl4pPr indent="-228600" lvl="3" marL="1828800" algn="l">
              <a:spcBef>
                <a:spcPts val="1000"/>
              </a:spcBef>
              <a:spcAft>
                <a:spcPts val="0"/>
              </a:spcAft>
              <a:buSzPts val="960"/>
              <a:buFont typeface="Trebuchet MS"/>
              <a:buNone/>
              <a:defRPr/>
            </a:lvl4pPr>
            <a:lvl5pPr indent="-228600" lvl="4" marL="2286000" algn="l">
              <a:spcBef>
                <a:spcPts val="1000"/>
              </a:spcBef>
              <a:spcAft>
                <a:spcPts val="0"/>
              </a:spcAft>
              <a:buSzPts val="960"/>
              <a:buFont typeface="Trebuchet MS"/>
              <a:buNone/>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48" name="Google Shape;148;p16"/>
          <p:cNvSpPr txBox="1"/>
          <p:nvPr>
            <p:ph idx="2" type="body"/>
          </p:nvPr>
        </p:nvSpPr>
        <p:spPr>
          <a:xfrm>
            <a:off x="677335" y="4470400"/>
            <a:ext cx="8596668" cy="1570962"/>
          </a:xfrm>
          <a:prstGeom prst="rect">
            <a:avLst/>
          </a:prstGeom>
          <a:noFill/>
          <a:ln>
            <a:noFill/>
          </a:ln>
        </p:spPr>
        <p:txBody>
          <a:bodyPr anchorCtr="0" anchor="ctr" bIns="45700" lIns="91425" spcFirstLastPara="1" rIns="91425" wrap="square" tIns="45700">
            <a:normAutofit/>
          </a:bodyPr>
          <a:lstStyle>
            <a:lvl1pPr indent="-228600" lvl="0" marL="457200" algn="l">
              <a:spcBef>
                <a:spcPts val="1000"/>
              </a:spcBef>
              <a:spcAft>
                <a:spcPts val="0"/>
              </a:spcAft>
              <a:buSzPts val="1440"/>
              <a:buNone/>
              <a:defRPr sz="1800">
                <a:solidFill>
                  <a:srgbClr val="3F3F3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49" name="Google Shape;149;p16"/>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0" name="Google Shape;150;p16"/>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1" name="Google Shape;151;p16"/>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52" name="Google Shape;152;p16"/>
          <p:cNvSpPr txBox="1"/>
          <p:nvPr/>
        </p:nvSpPr>
        <p:spPr>
          <a:xfrm>
            <a:off x="541870" y="790378"/>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8000">
                <a:solidFill>
                  <a:srgbClr val="9EDFF5"/>
                </a:solidFill>
                <a:latin typeface="Arial"/>
                <a:ea typeface="Arial"/>
                <a:cs typeface="Arial"/>
                <a:sym typeface="Arial"/>
              </a:rPr>
              <a:t>“</a:t>
            </a:r>
            <a:endParaRPr/>
          </a:p>
        </p:txBody>
      </p:sp>
      <p:sp>
        <p:nvSpPr>
          <p:cNvPr id="153" name="Google Shape;153;p16"/>
          <p:cNvSpPr txBox="1"/>
          <p:nvPr/>
        </p:nvSpPr>
        <p:spPr>
          <a:xfrm>
            <a:off x="8893011" y="2886556"/>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8000">
                <a:solidFill>
                  <a:srgbClr val="9EDFF5"/>
                </a:solidFill>
                <a:latin typeface="Arial"/>
                <a:ea typeface="Arial"/>
                <a:cs typeface="Arial"/>
                <a:sym typeface="Arial"/>
              </a:rPr>
              <a:t>”</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154" name="Shape 154"/>
        <p:cNvGrpSpPr/>
        <p:nvPr/>
      </p:nvGrpSpPr>
      <p:grpSpPr>
        <a:xfrm>
          <a:off x="0" y="0"/>
          <a:ext cx="0" cy="0"/>
          <a:chOff x="0" y="0"/>
          <a:chExt cx="0" cy="0"/>
        </a:xfrm>
      </p:grpSpPr>
      <p:sp>
        <p:nvSpPr>
          <p:cNvPr id="155" name="Google Shape;155;p17"/>
          <p:cNvSpPr txBox="1"/>
          <p:nvPr>
            <p:ph type="title"/>
          </p:nvPr>
        </p:nvSpPr>
        <p:spPr>
          <a:xfrm>
            <a:off x="677335" y="1931988"/>
            <a:ext cx="8596668" cy="259546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6" name="Google Shape;156;p17"/>
          <p:cNvSpPr txBox="1"/>
          <p:nvPr>
            <p:ph idx="1" type="body"/>
          </p:nvPr>
        </p:nvSpPr>
        <p:spPr>
          <a:xfrm>
            <a:off x="677335" y="4527448"/>
            <a:ext cx="8596668" cy="1513914"/>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440"/>
              <a:buNone/>
              <a:defRPr sz="1800">
                <a:solidFill>
                  <a:srgbClr val="3F3F3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57" name="Google Shape;157;p17"/>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8" name="Google Shape;158;p17"/>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9" name="Google Shape;159;p17"/>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Name Card">
  <p:cSld name="Quote Name Card">
    <p:spTree>
      <p:nvGrpSpPr>
        <p:cNvPr id="160" name="Shape 160"/>
        <p:cNvGrpSpPr/>
        <p:nvPr/>
      </p:nvGrpSpPr>
      <p:grpSpPr>
        <a:xfrm>
          <a:off x="0" y="0"/>
          <a:ext cx="0" cy="0"/>
          <a:chOff x="0" y="0"/>
          <a:chExt cx="0" cy="0"/>
        </a:xfrm>
      </p:grpSpPr>
      <p:sp>
        <p:nvSpPr>
          <p:cNvPr id="161" name="Google Shape;161;p18"/>
          <p:cNvSpPr txBox="1"/>
          <p:nvPr>
            <p:ph type="title"/>
          </p:nvPr>
        </p:nvSpPr>
        <p:spPr>
          <a:xfrm>
            <a:off x="931334" y="609600"/>
            <a:ext cx="8094134" cy="3022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2" name="Google Shape;162;p18"/>
          <p:cNvSpPr txBox="1"/>
          <p:nvPr>
            <p:ph idx="1" type="body"/>
          </p:nvPr>
        </p:nvSpPr>
        <p:spPr>
          <a:xfrm>
            <a:off x="677332" y="4013200"/>
            <a:ext cx="8596669" cy="514248"/>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Font typeface="Trebuchet MS"/>
              <a:buNone/>
              <a:defRPr sz="2400">
                <a:solidFill>
                  <a:srgbClr val="3F3F3F"/>
                </a:solidFill>
              </a:defRPr>
            </a:lvl1pPr>
            <a:lvl2pPr indent="-228600" lvl="1" marL="914400" algn="l">
              <a:spcBef>
                <a:spcPts val="1000"/>
              </a:spcBef>
              <a:spcAft>
                <a:spcPts val="0"/>
              </a:spcAft>
              <a:buSzPts val="1280"/>
              <a:buFont typeface="Trebuchet MS"/>
              <a:buNone/>
              <a:defRPr/>
            </a:lvl2pPr>
            <a:lvl3pPr indent="-228600" lvl="2" marL="1371600" algn="l">
              <a:spcBef>
                <a:spcPts val="1000"/>
              </a:spcBef>
              <a:spcAft>
                <a:spcPts val="0"/>
              </a:spcAft>
              <a:buSzPts val="1120"/>
              <a:buFont typeface="Trebuchet MS"/>
              <a:buNone/>
              <a:defRPr/>
            </a:lvl3pPr>
            <a:lvl4pPr indent="-228600" lvl="3" marL="1828800" algn="l">
              <a:spcBef>
                <a:spcPts val="1000"/>
              </a:spcBef>
              <a:spcAft>
                <a:spcPts val="0"/>
              </a:spcAft>
              <a:buSzPts val="960"/>
              <a:buFont typeface="Trebuchet MS"/>
              <a:buNone/>
              <a:defRPr/>
            </a:lvl4pPr>
            <a:lvl5pPr indent="-228600" lvl="4" marL="2286000" algn="l">
              <a:spcBef>
                <a:spcPts val="1000"/>
              </a:spcBef>
              <a:spcAft>
                <a:spcPts val="0"/>
              </a:spcAft>
              <a:buSzPts val="960"/>
              <a:buFont typeface="Trebuchet MS"/>
              <a:buNone/>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63" name="Google Shape;163;p18"/>
          <p:cNvSpPr txBox="1"/>
          <p:nvPr>
            <p:ph idx="2" type="body"/>
          </p:nvPr>
        </p:nvSpPr>
        <p:spPr>
          <a:xfrm>
            <a:off x="677335" y="4527448"/>
            <a:ext cx="8596668" cy="1513914"/>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440"/>
              <a:buNone/>
              <a:defRPr sz="1800">
                <a:solidFill>
                  <a:srgbClr val="7F7F7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64" name="Google Shape;164;p18"/>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5" name="Google Shape;165;p18"/>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6" name="Google Shape;166;p18"/>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67" name="Google Shape;167;p18"/>
          <p:cNvSpPr txBox="1"/>
          <p:nvPr/>
        </p:nvSpPr>
        <p:spPr>
          <a:xfrm>
            <a:off x="541870" y="790378"/>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8000">
                <a:solidFill>
                  <a:srgbClr val="9EDFF5"/>
                </a:solidFill>
                <a:latin typeface="Arial"/>
                <a:ea typeface="Arial"/>
                <a:cs typeface="Arial"/>
                <a:sym typeface="Arial"/>
              </a:rPr>
              <a:t>“</a:t>
            </a:r>
            <a:endParaRPr/>
          </a:p>
        </p:txBody>
      </p:sp>
      <p:sp>
        <p:nvSpPr>
          <p:cNvPr id="168" name="Google Shape;168;p18"/>
          <p:cNvSpPr txBox="1"/>
          <p:nvPr/>
        </p:nvSpPr>
        <p:spPr>
          <a:xfrm>
            <a:off x="8893011" y="2886556"/>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8000">
                <a:solidFill>
                  <a:srgbClr val="9EDFF5"/>
                </a:solidFill>
                <a:latin typeface="Arial"/>
                <a:ea typeface="Arial"/>
                <a:cs typeface="Arial"/>
                <a:sym typeface="Arial"/>
              </a:rPr>
              <a:t>”</a:t>
            </a: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ue or False">
  <p:cSld name="True or False">
    <p:spTree>
      <p:nvGrpSpPr>
        <p:cNvPr id="169" name="Shape 169"/>
        <p:cNvGrpSpPr/>
        <p:nvPr/>
      </p:nvGrpSpPr>
      <p:grpSpPr>
        <a:xfrm>
          <a:off x="0" y="0"/>
          <a:ext cx="0" cy="0"/>
          <a:chOff x="0" y="0"/>
          <a:chExt cx="0" cy="0"/>
        </a:xfrm>
      </p:grpSpPr>
      <p:sp>
        <p:nvSpPr>
          <p:cNvPr id="170" name="Google Shape;170;p19"/>
          <p:cNvSpPr txBox="1"/>
          <p:nvPr>
            <p:ph type="title"/>
          </p:nvPr>
        </p:nvSpPr>
        <p:spPr>
          <a:xfrm>
            <a:off x="685799" y="609600"/>
            <a:ext cx="8588203" cy="3022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1" name="Google Shape;171;p19"/>
          <p:cNvSpPr txBox="1"/>
          <p:nvPr>
            <p:ph idx="1" type="body"/>
          </p:nvPr>
        </p:nvSpPr>
        <p:spPr>
          <a:xfrm>
            <a:off x="677332" y="4013200"/>
            <a:ext cx="8596669" cy="514248"/>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Font typeface="Trebuchet MS"/>
              <a:buNone/>
              <a:defRPr sz="2400">
                <a:solidFill>
                  <a:schemeClr val="accent1"/>
                </a:solidFill>
              </a:defRPr>
            </a:lvl1pPr>
            <a:lvl2pPr indent="-228600" lvl="1" marL="914400" algn="l">
              <a:spcBef>
                <a:spcPts val="1000"/>
              </a:spcBef>
              <a:spcAft>
                <a:spcPts val="0"/>
              </a:spcAft>
              <a:buSzPts val="1280"/>
              <a:buFont typeface="Trebuchet MS"/>
              <a:buNone/>
              <a:defRPr/>
            </a:lvl2pPr>
            <a:lvl3pPr indent="-228600" lvl="2" marL="1371600" algn="l">
              <a:spcBef>
                <a:spcPts val="1000"/>
              </a:spcBef>
              <a:spcAft>
                <a:spcPts val="0"/>
              </a:spcAft>
              <a:buSzPts val="1120"/>
              <a:buFont typeface="Trebuchet MS"/>
              <a:buNone/>
              <a:defRPr/>
            </a:lvl3pPr>
            <a:lvl4pPr indent="-228600" lvl="3" marL="1828800" algn="l">
              <a:spcBef>
                <a:spcPts val="1000"/>
              </a:spcBef>
              <a:spcAft>
                <a:spcPts val="0"/>
              </a:spcAft>
              <a:buSzPts val="960"/>
              <a:buFont typeface="Trebuchet MS"/>
              <a:buNone/>
              <a:defRPr/>
            </a:lvl4pPr>
            <a:lvl5pPr indent="-228600" lvl="4" marL="2286000" algn="l">
              <a:spcBef>
                <a:spcPts val="1000"/>
              </a:spcBef>
              <a:spcAft>
                <a:spcPts val="0"/>
              </a:spcAft>
              <a:buSzPts val="960"/>
              <a:buFont typeface="Trebuchet MS"/>
              <a:buNone/>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72" name="Google Shape;172;p19"/>
          <p:cNvSpPr txBox="1"/>
          <p:nvPr>
            <p:ph idx="2" type="body"/>
          </p:nvPr>
        </p:nvSpPr>
        <p:spPr>
          <a:xfrm>
            <a:off x="677335" y="4527448"/>
            <a:ext cx="8596668" cy="1513914"/>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440"/>
              <a:buNone/>
              <a:defRPr sz="1800">
                <a:solidFill>
                  <a:srgbClr val="7F7F7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73" name="Google Shape;173;p19"/>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4" name="Google Shape;174;p19"/>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5" name="Google Shape;175;p19"/>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76" name="Shape 176"/>
        <p:cNvGrpSpPr/>
        <p:nvPr/>
      </p:nvGrpSpPr>
      <p:grpSpPr>
        <a:xfrm>
          <a:off x="0" y="0"/>
          <a:ext cx="0" cy="0"/>
          <a:chOff x="0" y="0"/>
          <a:chExt cx="0" cy="0"/>
        </a:xfrm>
      </p:grpSpPr>
      <p:sp>
        <p:nvSpPr>
          <p:cNvPr id="177" name="Google Shape;177;p20"/>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8" name="Google Shape;178;p20"/>
          <p:cNvSpPr txBox="1"/>
          <p:nvPr>
            <p:ph idx="1" type="body"/>
          </p:nvPr>
        </p:nvSpPr>
        <p:spPr>
          <a:xfrm rot="5400000">
            <a:off x="3035281" y="-197358"/>
            <a:ext cx="3880773" cy="8596668"/>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79" name="Google Shape;179;p20"/>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0" name="Google Shape;180;p20"/>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1" name="Google Shape;181;p20"/>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82" name="Shape 182"/>
        <p:cNvGrpSpPr/>
        <p:nvPr/>
      </p:nvGrpSpPr>
      <p:grpSpPr>
        <a:xfrm>
          <a:off x="0" y="0"/>
          <a:ext cx="0" cy="0"/>
          <a:chOff x="0" y="0"/>
          <a:chExt cx="0" cy="0"/>
        </a:xfrm>
      </p:grpSpPr>
      <p:sp>
        <p:nvSpPr>
          <p:cNvPr id="183" name="Google Shape;183;p21"/>
          <p:cNvSpPr txBox="1"/>
          <p:nvPr>
            <p:ph type="title"/>
          </p:nvPr>
        </p:nvSpPr>
        <p:spPr>
          <a:xfrm rot="5400000">
            <a:off x="5994319" y="2582953"/>
            <a:ext cx="5251451" cy="1304743"/>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4" name="Google Shape;184;p21"/>
          <p:cNvSpPr txBox="1"/>
          <p:nvPr>
            <p:ph idx="1" type="body"/>
          </p:nvPr>
        </p:nvSpPr>
        <p:spPr>
          <a:xfrm rot="5400000">
            <a:off x="1581685" y="-294750"/>
            <a:ext cx="5251450" cy="7060150"/>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85" name="Google Shape;185;p21"/>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6" name="Google Shape;186;p21"/>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7" name="Google Shape;187;p21"/>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ustom Layout" showMasterSp="0">
  <p:cSld name="1_Custom Layout">
    <p:bg>
      <p:bgPr>
        <a:solidFill>
          <a:schemeClr val="dk1"/>
        </a:solidFill>
      </p:bgPr>
    </p:bg>
    <p:spTree>
      <p:nvGrpSpPr>
        <p:cNvPr id="188" name="Shape 188"/>
        <p:cNvGrpSpPr/>
        <p:nvPr/>
      </p:nvGrpSpPr>
      <p:grpSpPr>
        <a:xfrm>
          <a:off x="0" y="0"/>
          <a:ext cx="0" cy="0"/>
          <a:chOff x="0" y="0"/>
          <a:chExt cx="0" cy="0"/>
        </a:xfrm>
      </p:grpSpPr>
      <p:sp>
        <p:nvSpPr>
          <p:cNvPr id="189" name="Google Shape;189;p22"/>
          <p:cNvSpPr/>
          <p:nvPr>
            <p:ph idx="2" type="pic"/>
          </p:nvPr>
        </p:nvSpPr>
        <p:spPr>
          <a:xfrm>
            <a:off x="0" y="0"/>
            <a:ext cx="12192000" cy="6858000"/>
          </a:xfrm>
          <a:prstGeom prst="rect">
            <a:avLst/>
          </a:prstGeom>
          <a:noFill/>
          <a:ln>
            <a:noFill/>
          </a:ln>
        </p:spPr>
      </p:sp>
      <p:sp>
        <p:nvSpPr>
          <p:cNvPr descr="Tall office building looking up" id="190" name="Google Shape;190;p22"/>
          <p:cNvSpPr/>
          <p:nvPr/>
        </p:nvSpPr>
        <p:spPr>
          <a:xfrm>
            <a:off x="3718560" y="1181123"/>
            <a:ext cx="4754880" cy="4495754"/>
          </a:xfrm>
          <a:prstGeom prst="rect">
            <a:avLst/>
          </a:prstGeom>
          <a:solidFill>
            <a:schemeClr val="accent5">
              <a:alpha val="40000"/>
            </a:schemeClr>
          </a:solidFill>
          <a:ln cap="flat" cmpd="sng" w="603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rebuchet MS"/>
              <a:ea typeface="Trebuchet MS"/>
              <a:cs typeface="Trebuchet MS"/>
              <a:sym typeface="Trebuchet MS"/>
            </a:endParaRPr>
          </a:p>
        </p:txBody>
      </p:sp>
      <p:sp>
        <p:nvSpPr>
          <p:cNvPr id="191" name="Google Shape;191;p22"/>
          <p:cNvSpPr txBox="1"/>
          <p:nvPr>
            <p:ph idx="1" type="body"/>
          </p:nvPr>
        </p:nvSpPr>
        <p:spPr>
          <a:xfrm>
            <a:off x="4149139" y="4859469"/>
            <a:ext cx="3924934" cy="490538"/>
          </a:xfrm>
          <a:prstGeom prst="rect">
            <a:avLst/>
          </a:prstGeom>
          <a:noFill/>
          <a:ln>
            <a:noFill/>
          </a:ln>
        </p:spPr>
        <p:txBody>
          <a:bodyPr anchorCtr="0" anchor="t" bIns="45700" lIns="91425" spcFirstLastPara="1" rIns="91425" wrap="square" tIns="45700">
            <a:normAutofit/>
          </a:bodyPr>
          <a:lstStyle>
            <a:lvl1pPr indent="-228600" lvl="0" marL="457200" algn="r">
              <a:spcBef>
                <a:spcPts val="1000"/>
              </a:spcBef>
              <a:spcAft>
                <a:spcPts val="0"/>
              </a:spcAft>
              <a:buSzPts val="1920"/>
              <a:buNone/>
              <a:defRPr b="1" sz="2400">
                <a:solidFill>
                  <a:schemeClr val="accent4"/>
                </a:solidFill>
                <a:latin typeface="Calibri"/>
                <a:ea typeface="Calibri"/>
                <a:cs typeface="Calibri"/>
                <a:sym typeface="Calibri"/>
              </a:defRPr>
            </a:lvl1pPr>
            <a:lvl2pPr indent="-228600" lvl="1" marL="914400" algn="l">
              <a:spcBef>
                <a:spcPts val="1000"/>
              </a:spcBef>
              <a:spcAft>
                <a:spcPts val="0"/>
              </a:spcAft>
              <a:buSzPts val="1280"/>
              <a:buNone/>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92" name="Google Shape;192;p22"/>
          <p:cNvSpPr txBox="1"/>
          <p:nvPr>
            <p:ph type="title"/>
          </p:nvPr>
        </p:nvSpPr>
        <p:spPr>
          <a:xfrm>
            <a:off x="4149139" y="1529685"/>
            <a:ext cx="3924934" cy="1695637"/>
          </a:xfrm>
          <a:prstGeom prst="rect">
            <a:avLst/>
          </a:prstGeom>
          <a:noFill/>
          <a:ln>
            <a:noFill/>
          </a:ln>
        </p:spPr>
        <p:txBody>
          <a:bodyPr anchorCtr="0" anchor="t" bIns="45700" lIns="91425" spcFirstLastPara="1" rIns="91425" wrap="square" tIns="45700">
            <a:normAutofit/>
          </a:bodyPr>
          <a:lstStyle>
            <a:lvl1pPr lvl="0" algn="l">
              <a:spcBef>
                <a:spcPts val="1000"/>
              </a:spcBef>
              <a:spcAft>
                <a:spcPts val="0"/>
              </a:spcAft>
              <a:buClr>
                <a:schemeClr val="lt1"/>
              </a:buClr>
              <a:buSzPts val="4800"/>
              <a:buFont typeface="Trebuchet MS"/>
              <a:buNone/>
              <a:defRPr b="1" sz="480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theme" Target="../theme/theme1.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grpSp>
        <p:nvGrpSpPr>
          <p:cNvPr id="10" name="Google Shape;10;p1"/>
          <p:cNvGrpSpPr/>
          <p:nvPr/>
        </p:nvGrpSpPr>
        <p:grpSpPr>
          <a:xfrm>
            <a:off x="0" y="-8467"/>
            <a:ext cx="12192000" cy="6866467"/>
            <a:chOff x="0" y="-8467"/>
            <a:chExt cx="12192000" cy="6866467"/>
          </a:xfrm>
        </p:grpSpPr>
        <p:cxnSp>
          <p:nvCxnSpPr>
            <p:cNvPr id="11" name="Google Shape;11;p1"/>
            <p:cNvCxnSpPr/>
            <p:nvPr/>
          </p:nvCxnSpPr>
          <p:spPr>
            <a:xfrm>
              <a:off x="9371012" y="0"/>
              <a:ext cx="1219200" cy="6858000"/>
            </a:xfrm>
            <a:prstGeom prst="straightConnector1">
              <a:avLst/>
            </a:prstGeom>
            <a:noFill/>
            <a:ln cap="flat" cmpd="sng" w="9525">
              <a:solidFill>
                <a:schemeClr val="accent1">
                  <a:alpha val="70196"/>
                </a:schemeClr>
              </a:solidFill>
              <a:prstDash val="solid"/>
              <a:round/>
              <a:headEnd len="sm" w="sm" type="none"/>
              <a:tailEnd len="sm" w="sm" type="none"/>
            </a:ln>
          </p:spPr>
        </p:cxnSp>
        <p:cxnSp>
          <p:nvCxnSpPr>
            <p:cNvPr id="12" name="Google Shape;12;p1"/>
            <p:cNvCxnSpPr/>
            <p:nvPr/>
          </p:nvCxnSpPr>
          <p:spPr>
            <a:xfrm flipH="1">
              <a:off x="7425267" y="3681413"/>
              <a:ext cx="4763558" cy="3176587"/>
            </a:xfrm>
            <a:prstGeom prst="straightConnector1">
              <a:avLst/>
            </a:prstGeom>
            <a:noFill/>
            <a:ln cap="flat" cmpd="sng" w="9525">
              <a:solidFill>
                <a:schemeClr val="accent1">
                  <a:alpha val="70196"/>
                </a:schemeClr>
              </a:solidFill>
              <a:prstDash val="solid"/>
              <a:round/>
              <a:headEnd len="sm" w="sm" type="none"/>
              <a:tailEnd len="sm" w="sm" type="none"/>
            </a:ln>
          </p:spPr>
        </p:cxnSp>
        <p:sp>
          <p:nvSpPr>
            <p:cNvPr id="13" name="Google Shape;13;p1"/>
            <p:cNvSpPr/>
            <p:nvPr/>
          </p:nvSpPr>
          <p:spPr>
            <a:xfrm>
              <a:off x="9181476" y="-8467"/>
              <a:ext cx="3007349" cy="6866467"/>
            </a:xfrm>
            <a:custGeom>
              <a:rect b="b" l="l" r="r" t="t"/>
              <a:pathLst>
                <a:path extrusionOk="0" h="6866467" w="3007349">
                  <a:moveTo>
                    <a:pt x="2045532" y="0"/>
                  </a:moveTo>
                  <a:lnTo>
                    <a:pt x="3007349" y="0"/>
                  </a:lnTo>
                  <a:lnTo>
                    <a:pt x="3007349" y="6866467"/>
                  </a:lnTo>
                  <a:lnTo>
                    <a:pt x="0" y="6866467"/>
                  </a:lnTo>
                  <a:lnTo>
                    <a:pt x="2045532" y="0"/>
                  </a:lnTo>
                  <a:close/>
                </a:path>
              </a:pathLst>
            </a:custGeom>
            <a:solidFill>
              <a:schemeClr val="accent1">
                <a:alpha val="36078"/>
              </a:schemeClr>
            </a:solidFill>
            <a:ln>
              <a:noFill/>
            </a:ln>
          </p:spPr>
        </p:sp>
        <p:sp>
          <p:nvSpPr>
            <p:cNvPr id="14" name="Google Shape;14;p1"/>
            <p:cNvSpPr/>
            <p:nvPr/>
          </p:nvSpPr>
          <p:spPr>
            <a:xfrm>
              <a:off x="9603442" y="-8467"/>
              <a:ext cx="2588558" cy="6866467"/>
            </a:xfrm>
            <a:custGeom>
              <a:rect b="b" l="l" r="r" t="t"/>
              <a:pathLst>
                <a:path extrusionOk="0" h="6866467" w="2573311">
                  <a:moveTo>
                    <a:pt x="0" y="0"/>
                  </a:moveTo>
                  <a:lnTo>
                    <a:pt x="2573311" y="0"/>
                  </a:lnTo>
                  <a:lnTo>
                    <a:pt x="2573311" y="6866467"/>
                  </a:lnTo>
                  <a:lnTo>
                    <a:pt x="1202336" y="6866467"/>
                  </a:lnTo>
                  <a:lnTo>
                    <a:pt x="0" y="0"/>
                  </a:lnTo>
                  <a:close/>
                </a:path>
              </a:pathLst>
            </a:custGeom>
            <a:solidFill>
              <a:schemeClr val="accent1">
                <a:alpha val="20000"/>
              </a:schemeClr>
            </a:solidFill>
            <a:ln>
              <a:noFill/>
            </a:ln>
          </p:spPr>
        </p:sp>
        <p:sp>
          <p:nvSpPr>
            <p:cNvPr id="15" name="Google Shape;15;p1"/>
            <p:cNvSpPr/>
            <p:nvPr/>
          </p:nvSpPr>
          <p:spPr>
            <a:xfrm>
              <a:off x="8932333" y="3048000"/>
              <a:ext cx="3259667" cy="3810000"/>
            </a:xfrm>
            <a:prstGeom prst="triangle">
              <a:avLst>
                <a:gd fmla="val 100000" name="adj"/>
              </a:avLst>
            </a:prstGeom>
            <a:solidFill>
              <a:srgbClr val="16B0E3">
                <a:alpha val="6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1"/>
            <p:cNvSpPr/>
            <p:nvPr/>
          </p:nvSpPr>
          <p:spPr>
            <a:xfrm>
              <a:off x="9334500" y="-8467"/>
              <a:ext cx="2854326" cy="6866467"/>
            </a:xfrm>
            <a:custGeom>
              <a:rect b="b" l="l" r="r" t="t"/>
              <a:pathLst>
                <a:path extrusionOk="0" h="6866467" w="2858013">
                  <a:moveTo>
                    <a:pt x="0" y="0"/>
                  </a:moveTo>
                  <a:lnTo>
                    <a:pt x="2858013" y="0"/>
                  </a:lnTo>
                  <a:lnTo>
                    <a:pt x="2858013" y="6866467"/>
                  </a:lnTo>
                  <a:lnTo>
                    <a:pt x="2473942" y="6866467"/>
                  </a:lnTo>
                  <a:lnTo>
                    <a:pt x="0" y="0"/>
                  </a:lnTo>
                  <a:close/>
                </a:path>
              </a:pathLst>
            </a:custGeom>
            <a:solidFill>
              <a:srgbClr val="16B0E3">
                <a:alpha val="50196"/>
              </a:srgbClr>
            </a:solidFill>
            <a:ln>
              <a:noFill/>
            </a:ln>
          </p:spPr>
        </p:sp>
        <p:sp>
          <p:nvSpPr>
            <p:cNvPr id="17" name="Google Shape;17;p1"/>
            <p:cNvSpPr/>
            <p:nvPr/>
          </p:nvSpPr>
          <p:spPr>
            <a:xfrm>
              <a:off x="10898730" y="-8467"/>
              <a:ext cx="1290094" cy="6866467"/>
            </a:xfrm>
            <a:custGeom>
              <a:rect b="b" l="l" r="r" t="t"/>
              <a:pathLst>
                <a:path extrusionOk="0" h="6858000" w="1290094">
                  <a:moveTo>
                    <a:pt x="1019735" y="0"/>
                  </a:moveTo>
                  <a:lnTo>
                    <a:pt x="1290094" y="0"/>
                  </a:lnTo>
                  <a:lnTo>
                    <a:pt x="1290094" y="6858000"/>
                  </a:lnTo>
                  <a:lnTo>
                    <a:pt x="0" y="6858000"/>
                  </a:lnTo>
                  <a:lnTo>
                    <a:pt x="1019735" y="0"/>
                  </a:lnTo>
                  <a:close/>
                </a:path>
              </a:pathLst>
            </a:custGeom>
            <a:solidFill>
              <a:schemeClr val="accent2">
                <a:alpha val="70196"/>
              </a:schemeClr>
            </a:solidFill>
            <a:ln>
              <a:noFill/>
            </a:ln>
          </p:spPr>
        </p:sp>
        <p:sp>
          <p:nvSpPr>
            <p:cNvPr id="18" name="Google Shape;18;p1"/>
            <p:cNvSpPr/>
            <p:nvPr/>
          </p:nvSpPr>
          <p:spPr>
            <a:xfrm>
              <a:off x="10938999" y="-8467"/>
              <a:ext cx="1249825" cy="6866467"/>
            </a:xfrm>
            <a:custGeom>
              <a:rect b="b" l="l" r="r" t="t"/>
              <a:pathLst>
                <a:path extrusionOk="0" h="6858000" w="1249825">
                  <a:moveTo>
                    <a:pt x="0" y="0"/>
                  </a:moveTo>
                  <a:lnTo>
                    <a:pt x="1249825" y="0"/>
                  </a:lnTo>
                  <a:lnTo>
                    <a:pt x="1249825" y="6858000"/>
                  </a:lnTo>
                  <a:lnTo>
                    <a:pt x="1109382" y="6858000"/>
                  </a:lnTo>
                  <a:lnTo>
                    <a:pt x="0" y="0"/>
                  </a:lnTo>
                  <a:close/>
                </a:path>
              </a:pathLst>
            </a:custGeom>
            <a:solidFill>
              <a:srgbClr val="226292">
                <a:alpha val="80000"/>
              </a:srgbClr>
            </a:solidFill>
            <a:ln>
              <a:noFill/>
            </a:ln>
          </p:spPr>
        </p:sp>
        <p:sp>
          <p:nvSpPr>
            <p:cNvPr id="19" name="Google Shape;19;p1"/>
            <p:cNvSpPr/>
            <p:nvPr/>
          </p:nvSpPr>
          <p:spPr>
            <a:xfrm>
              <a:off x="10371666" y="3589867"/>
              <a:ext cx="1817159" cy="3268133"/>
            </a:xfrm>
            <a:prstGeom prst="triangle">
              <a:avLst>
                <a:gd fmla="val 100000" name="adj"/>
              </a:avLst>
            </a:prstGeom>
            <a:solidFill>
              <a:srgbClr val="16B0E3">
                <a:alpha val="6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1"/>
            <p:cNvSpPr/>
            <p:nvPr/>
          </p:nvSpPr>
          <p:spPr>
            <a:xfrm>
              <a:off x="0" y="4013200"/>
              <a:ext cx="448733" cy="2844800"/>
            </a:xfrm>
            <a:prstGeom prst="triangle">
              <a:avLst>
                <a:gd fmla="val 0" name="adj"/>
              </a:avLst>
            </a:prstGeom>
            <a:solidFill>
              <a:schemeClr val="accent1">
                <a:alpha val="70196"/>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1"/>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marR="0" rtl="0" algn="l">
              <a:spcBef>
                <a:spcPts val="0"/>
              </a:spcBef>
              <a:spcAft>
                <a:spcPts val="0"/>
              </a:spcAft>
              <a:buClr>
                <a:schemeClr val="accent1"/>
              </a:buClr>
              <a:buSzPts val="3600"/>
              <a:buFont typeface="Trebuchet MS"/>
              <a:buNone/>
              <a:defRPr b="0" i="0" sz="3600" u="none" cap="none" strike="noStrike">
                <a:solidFill>
                  <a:schemeClr val="accent1"/>
                </a:solidFill>
                <a:latin typeface="Trebuchet MS"/>
                <a:ea typeface="Trebuchet MS"/>
                <a:cs typeface="Trebuchet MS"/>
                <a:sym typeface="Trebuchet MS"/>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22" name="Google Shape;22;p1"/>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lvl1pPr indent="-320040" lvl="0" marL="457200" marR="0" rtl="0" algn="l">
              <a:spcBef>
                <a:spcPts val="1000"/>
              </a:spcBef>
              <a:spcAft>
                <a:spcPts val="0"/>
              </a:spcAft>
              <a:buClr>
                <a:schemeClr val="accent1"/>
              </a:buClr>
              <a:buSzPts val="1440"/>
              <a:buFont typeface="Noto Sans Symbols"/>
              <a:buChar char="►"/>
              <a:defRPr b="0" i="0" sz="1800" u="none" cap="none" strike="noStrike">
                <a:solidFill>
                  <a:srgbClr val="3F3F3F"/>
                </a:solidFill>
                <a:latin typeface="Trebuchet MS"/>
                <a:ea typeface="Trebuchet MS"/>
                <a:cs typeface="Trebuchet MS"/>
                <a:sym typeface="Trebuchet MS"/>
              </a:defRPr>
            </a:lvl1pPr>
            <a:lvl2pPr indent="-309880" lvl="1" marL="914400" marR="0" rtl="0" algn="l">
              <a:spcBef>
                <a:spcPts val="1000"/>
              </a:spcBef>
              <a:spcAft>
                <a:spcPts val="0"/>
              </a:spcAft>
              <a:buClr>
                <a:schemeClr val="accent1"/>
              </a:buClr>
              <a:buSzPts val="1280"/>
              <a:buFont typeface="Noto Sans Symbols"/>
              <a:buChar char="►"/>
              <a:defRPr b="0" i="0" sz="1600" u="none" cap="none" strike="noStrike">
                <a:solidFill>
                  <a:srgbClr val="3F3F3F"/>
                </a:solidFill>
                <a:latin typeface="Trebuchet MS"/>
                <a:ea typeface="Trebuchet MS"/>
                <a:cs typeface="Trebuchet MS"/>
                <a:sym typeface="Trebuchet MS"/>
              </a:defRPr>
            </a:lvl2pPr>
            <a:lvl3pPr indent="-299720" lvl="2" marL="1371600" marR="0" rtl="0" algn="l">
              <a:spcBef>
                <a:spcPts val="1000"/>
              </a:spcBef>
              <a:spcAft>
                <a:spcPts val="0"/>
              </a:spcAft>
              <a:buClr>
                <a:schemeClr val="accent1"/>
              </a:buClr>
              <a:buSzPts val="1120"/>
              <a:buFont typeface="Noto Sans Symbols"/>
              <a:buChar char="►"/>
              <a:defRPr b="0" i="0" sz="1400" u="none" cap="none" strike="noStrike">
                <a:solidFill>
                  <a:srgbClr val="3F3F3F"/>
                </a:solidFill>
                <a:latin typeface="Trebuchet MS"/>
                <a:ea typeface="Trebuchet MS"/>
                <a:cs typeface="Trebuchet MS"/>
                <a:sym typeface="Trebuchet MS"/>
              </a:defRPr>
            </a:lvl3pPr>
            <a:lvl4pPr indent="-289560" lvl="3" marL="18288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4pPr>
            <a:lvl5pPr indent="-289560" lvl="4" marL="22860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5pPr>
            <a:lvl6pPr indent="-289560" lvl="5" marL="27432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6pPr>
            <a:lvl7pPr indent="-289560" lvl="6" marL="32004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7pPr>
            <a:lvl8pPr indent="-289560" lvl="7" marL="36576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8pPr>
            <a:lvl9pPr indent="-289560" lvl="8" marL="41148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9pPr>
          </a:lstStyle>
          <a:p/>
        </p:txBody>
      </p:sp>
      <p:sp>
        <p:nvSpPr>
          <p:cNvPr id="23" name="Google Shape;23;p1"/>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900" u="none" cap="none" strike="noStrike">
                <a:solidFill>
                  <a:srgbClr val="888888"/>
                </a:solidFill>
                <a:latin typeface="Trebuchet MS"/>
                <a:ea typeface="Trebuchet MS"/>
                <a:cs typeface="Trebuchet MS"/>
                <a:sym typeface="Trebuchet MS"/>
              </a:defRPr>
            </a:lvl1pPr>
            <a:lvl2pPr lvl="1"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2pPr>
            <a:lvl3pPr lvl="2"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3pPr>
            <a:lvl4pPr lvl="3"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4pPr>
            <a:lvl5pPr lvl="4"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5pPr>
            <a:lvl6pPr lvl="5"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6pPr>
            <a:lvl7pPr lvl="6"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7pPr>
            <a:lvl8pPr lvl="7"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8pPr>
            <a:lvl9pPr lvl="8"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9pPr>
          </a:lstStyle>
          <a:p/>
        </p:txBody>
      </p:sp>
      <p:sp>
        <p:nvSpPr>
          <p:cNvPr id="24" name="Google Shape;24;p1"/>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900" u="none" cap="none" strike="noStrike">
                <a:solidFill>
                  <a:srgbClr val="888888"/>
                </a:solidFill>
                <a:latin typeface="Trebuchet MS"/>
                <a:ea typeface="Trebuchet MS"/>
                <a:cs typeface="Trebuchet MS"/>
                <a:sym typeface="Trebuchet MS"/>
              </a:defRPr>
            </a:lvl1pPr>
            <a:lvl2pPr lvl="1"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2pPr>
            <a:lvl3pPr lvl="2"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3pPr>
            <a:lvl4pPr lvl="3"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4pPr>
            <a:lvl5pPr lvl="4"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5pPr>
            <a:lvl6pPr lvl="5"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6pPr>
            <a:lvl7pPr lvl="6"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7pPr>
            <a:lvl8pPr lvl="7"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8pPr>
            <a:lvl9pPr lvl="8"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9pPr>
          </a:lstStyle>
          <a:p/>
        </p:txBody>
      </p:sp>
      <p:sp>
        <p:nvSpPr>
          <p:cNvPr id="25" name="Google Shape;25;p1"/>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900" u="none" cap="none" strike="noStrike">
                <a:solidFill>
                  <a:schemeClr val="accent1"/>
                </a:solidFill>
                <a:latin typeface="Trebuchet MS"/>
                <a:ea typeface="Trebuchet MS"/>
                <a:cs typeface="Trebuchet MS"/>
                <a:sym typeface="Trebuchet MS"/>
              </a:defRPr>
            </a:lvl1pPr>
            <a:lvl2pPr indent="0" lvl="1" marL="0" marR="0" rtl="0" algn="r">
              <a:spcBef>
                <a:spcPts val="0"/>
              </a:spcBef>
              <a:buNone/>
              <a:defRPr b="0" i="0" sz="900" u="none" cap="none" strike="noStrike">
                <a:solidFill>
                  <a:schemeClr val="accent1"/>
                </a:solidFill>
                <a:latin typeface="Trebuchet MS"/>
                <a:ea typeface="Trebuchet MS"/>
                <a:cs typeface="Trebuchet MS"/>
                <a:sym typeface="Trebuchet MS"/>
              </a:defRPr>
            </a:lvl2pPr>
            <a:lvl3pPr indent="0" lvl="2" marL="0" marR="0" rtl="0" algn="r">
              <a:spcBef>
                <a:spcPts val="0"/>
              </a:spcBef>
              <a:buNone/>
              <a:defRPr b="0" i="0" sz="900" u="none" cap="none" strike="noStrike">
                <a:solidFill>
                  <a:schemeClr val="accent1"/>
                </a:solidFill>
                <a:latin typeface="Trebuchet MS"/>
                <a:ea typeface="Trebuchet MS"/>
                <a:cs typeface="Trebuchet MS"/>
                <a:sym typeface="Trebuchet MS"/>
              </a:defRPr>
            </a:lvl3pPr>
            <a:lvl4pPr indent="0" lvl="3" marL="0" marR="0" rtl="0" algn="r">
              <a:spcBef>
                <a:spcPts val="0"/>
              </a:spcBef>
              <a:buNone/>
              <a:defRPr b="0" i="0" sz="900" u="none" cap="none" strike="noStrike">
                <a:solidFill>
                  <a:schemeClr val="accent1"/>
                </a:solidFill>
                <a:latin typeface="Trebuchet MS"/>
                <a:ea typeface="Trebuchet MS"/>
                <a:cs typeface="Trebuchet MS"/>
                <a:sym typeface="Trebuchet MS"/>
              </a:defRPr>
            </a:lvl4pPr>
            <a:lvl5pPr indent="0" lvl="4" marL="0" marR="0" rtl="0" algn="r">
              <a:spcBef>
                <a:spcPts val="0"/>
              </a:spcBef>
              <a:buNone/>
              <a:defRPr b="0" i="0" sz="900" u="none" cap="none" strike="noStrike">
                <a:solidFill>
                  <a:schemeClr val="accent1"/>
                </a:solidFill>
                <a:latin typeface="Trebuchet MS"/>
                <a:ea typeface="Trebuchet MS"/>
                <a:cs typeface="Trebuchet MS"/>
                <a:sym typeface="Trebuchet MS"/>
              </a:defRPr>
            </a:lvl5pPr>
            <a:lvl6pPr indent="0" lvl="5" marL="0" marR="0" rtl="0" algn="r">
              <a:spcBef>
                <a:spcPts val="0"/>
              </a:spcBef>
              <a:buNone/>
              <a:defRPr b="0" i="0" sz="900" u="none" cap="none" strike="noStrike">
                <a:solidFill>
                  <a:schemeClr val="accent1"/>
                </a:solidFill>
                <a:latin typeface="Trebuchet MS"/>
                <a:ea typeface="Trebuchet MS"/>
                <a:cs typeface="Trebuchet MS"/>
                <a:sym typeface="Trebuchet MS"/>
              </a:defRPr>
            </a:lvl6pPr>
            <a:lvl7pPr indent="0" lvl="6" marL="0" marR="0" rtl="0" algn="r">
              <a:spcBef>
                <a:spcPts val="0"/>
              </a:spcBef>
              <a:buNone/>
              <a:defRPr b="0" i="0" sz="900" u="none" cap="none" strike="noStrike">
                <a:solidFill>
                  <a:schemeClr val="accent1"/>
                </a:solidFill>
                <a:latin typeface="Trebuchet MS"/>
                <a:ea typeface="Trebuchet MS"/>
                <a:cs typeface="Trebuchet MS"/>
                <a:sym typeface="Trebuchet MS"/>
              </a:defRPr>
            </a:lvl7pPr>
            <a:lvl8pPr indent="0" lvl="7" marL="0" marR="0" rtl="0" algn="r">
              <a:spcBef>
                <a:spcPts val="0"/>
              </a:spcBef>
              <a:buNone/>
              <a:defRPr b="0" i="0" sz="900" u="none" cap="none" strike="noStrike">
                <a:solidFill>
                  <a:schemeClr val="accent1"/>
                </a:solidFill>
                <a:latin typeface="Trebuchet MS"/>
                <a:ea typeface="Trebuchet MS"/>
                <a:cs typeface="Trebuchet MS"/>
                <a:sym typeface="Trebuchet MS"/>
              </a:defRPr>
            </a:lvl8pPr>
            <a:lvl9pPr indent="0" lvl="8" marL="0" marR="0" rtl="0" algn="r">
              <a:spcBef>
                <a:spcPts val="0"/>
              </a:spcBef>
              <a:buNone/>
              <a:defRPr b="0" i="0" sz="900" u="none" cap="none" strike="noStrike">
                <a:solidFill>
                  <a:schemeClr val="accent1"/>
                </a:solidFill>
                <a:latin typeface="Trebuchet MS"/>
                <a:ea typeface="Trebuchet MS"/>
                <a:cs typeface="Trebuchet MS"/>
                <a:sym typeface="Trebuchet MS"/>
              </a:defRPr>
            </a:lvl9pPr>
          </a:lstStyle>
          <a:p>
            <a:pPr indent="0" lvl="0" marL="0" rtl="0" algn="r">
              <a:spcBef>
                <a:spcPts val="0"/>
              </a:spcBef>
              <a:spcAft>
                <a:spcPts val="0"/>
              </a:spcAft>
              <a:buNone/>
            </a:pPr>
            <a:fld id="{00000000-1234-1234-1234-123412341234}" type="slidenum">
              <a:rPr lang="en-US"/>
              <a:t>‹#›</a:t>
            </a:fld>
            <a:endParaRPr/>
          </a:p>
        </p:txBody>
      </p:sp>
      <p:sp>
        <p:nvSpPr>
          <p:cNvPr id="26" name="Google Shape;26;p1"/>
          <p:cNvSpPr txBox="1"/>
          <p:nvPr/>
        </p:nvSpPr>
        <p:spPr>
          <a:xfrm>
            <a:off x="660396" y="6378906"/>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100" u="none" cap="none" strike="noStrike">
                <a:solidFill>
                  <a:schemeClr val="accent2"/>
                </a:solidFill>
                <a:latin typeface="Trebuchet MS"/>
                <a:ea typeface="Trebuchet MS"/>
                <a:cs typeface="Trebuchet MS"/>
                <a:sym typeface="Trebuchet MS"/>
              </a:rPr>
              <a:t>9/2/2026</a:t>
            </a:r>
            <a:endParaRPr b="0" i="0" sz="1100" u="none" cap="none" strike="noStrike">
              <a:solidFill>
                <a:schemeClr val="accent2"/>
              </a:solidFill>
              <a:latin typeface="Trebuchet MS"/>
              <a:ea typeface="Trebuchet MS"/>
              <a:cs typeface="Trebuchet MS"/>
              <a:sym typeface="Trebuchet MS"/>
            </a:endParaRPr>
          </a:p>
        </p:txBody>
      </p:sp>
      <p:sp>
        <p:nvSpPr>
          <p:cNvPr id="27" name="Google Shape;27;p1"/>
          <p:cNvSpPr txBox="1"/>
          <p:nvPr/>
        </p:nvSpPr>
        <p:spPr>
          <a:xfrm>
            <a:off x="1445526" y="6378906"/>
            <a:ext cx="41148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i="0" lang="en-US" sz="1100" u="none" cap="none" strike="noStrike">
                <a:solidFill>
                  <a:schemeClr val="accent2"/>
                </a:solidFill>
                <a:latin typeface="Trebuchet MS"/>
                <a:ea typeface="Trebuchet MS"/>
                <a:cs typeface="Trebuchet MS"/>
                <a:sym typeface="Trebuchet MS"/>
              </a:rPr>
              <a:t>Annual Review</a:t>
            </a:r>
            <a:endParaRPr/>
          </a:p>
        </p:txBody>
      </p:sp>
      <p:sp>
        <p:nvSpPr>
          <p:cNvPr id="28" name="Google Shape;28;p1"/>
          <p:cNvSpPr txBox="1"/>
          <p:nvPr/>
        </p:nvSpPr>
        <p:spPr>
          <a:xfrm>
            <a:off x="8805338" y="6378906"/>
            <a:ext cx="2743200"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100" u="none" cap="none" strike="noStrike">
                <a:solidFill>
                  <a:schemeClr val="accent4"/>
                </a:solidFill>
                <a:latin typeface="Trebuchet MS"/>
                <a:ea typeface="Trebuchet MS"/>
                <a:cs typeface="Trebuchet MS"/>
                <a:sym typeface="Trebuchet MS"/>
              </a:rPr>
              <a:t>‹#›</a:t>
            </a:fld>
            <a:endParaRPr b="0" i="0" sz="1100" u="none" cap="none" strike="noStrike">
              <a:solidFill>
                <a:schemeClr val="accent4"/>
              </a:solidFill>
              <a:latin typeface="Trebuchet MS"/>
              <a:ea typeface="Trebuchet MS"/>
              <a:cs typeface="Trebuchet MS"/>
              <a:sym typeface="Trebuchet MS"/>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jp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jp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jp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jp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jp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jp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jpg"/><Relationship Id="rId4" Type="http://schemas.openxmlformats.org/officeDocument/2006/relationships/hyperlink" Target="https://github.com/Aryan8182/Vois-data-analyticas-project"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jp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1.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23"/>
          <p:cNvSpPr txBox="1"/>
          <p:nvPr>
            <p:ph idx="1" type="body"/>
          </p:nvPr>
        </p:nvSpPr>
        <p:spPr>
          <a:xfrm>
            <a:off x="678364" y="3620000"/>
            <a:ext cx="6800000" cy="950000"/>
          </a:xfrm>
          <a:prstGeom prst="rect">
            <a:avLst/>
          </a:prstGeom>
          <a:noFill/>
          <a:ln>
            <a:noFill/>
          </a:ln>
        </p:spPr>
        <p:txBody>
          <a:bodyPr anchorCtr="0" anchor="t" bIns="45700" lIns="91425" spcFirstLastPara="1" rIns="91425" wrap="square" tIns="45700">
            <a:normAutofit/>
          </a:bodyPr>
          <a:lstStyle/>
          <a:p>
            <a:pPr indent="0" lvl="0" marL="0" rtl="0" algn="l">
              <a:spcBef>
                <a:spcPts val="1000"/>
              </a:spcBef>
              <a:spcAft>
                <a:spcPts val="0"/>
              </a:spcAft>
              <a:buSzPts val="1600"/>
              <a:buNone/>
            </a:pPr>
            <a:r>
              <a:rPr b="0" lang="en-US">
                <a:solidFill>
                  <a:schemeClr val="dk1"/>
                </a:solidFill>
              </a:rPr>
              <a:t>Aryan</a:t>
            </a:r>
            <a:endParaRPr b="0">
              <a:solidFill>
                <a:schemeClr val="dk1"/>
              </a:solidFill>
            </a:endParaRPr>
          </a:p>
          <a:p>
            <a:pPr indent="0" lvl="0" marL="0" rtl="0" algn="l">
              <a:spcBef>
                <a:spcPts val="1000"/>
              </a:spcBef>
              <a:spcAft>
                <a:spcPts val="0"/>
              </a:spcAft>
              <a:buSzPts val="1600"/>
              <a:buNone/>
            </a:pPr>
            <a:r>
              <a:rPr b="0" lang="en-US">
                <a:solidFill>
                  <a:schemeClr val="dk1"/>
                </a:solidFill>
              </a:rPr>
              <a:t>Panipat Institute of Engineering and Technology</a:t>
            </a:r>
            <a:endParaRPr b="0">
              <a:solidFill>
                <a:schemeClr val="dk1"/>
              </a:solidFill>
            </a:endParaRPr>
          </a:p>
        </p:txBody>
      </p:sp>
      <p:sp>
        <p:nvSpPr>
          <p:cNvPr id="198" name="Google Shape;198;p23"/>
          <p:cNvSpPr txBox="1"/>
          <p:nvPr>
            <p:ph type="title"/>
          </p:nvPr>
        </p:nvSpPr>
        <p:spPr>
          <a:xfrm>
            <a:off x="678364" y="2844750"/>
            <a:ext cx="4998720" cy="743448"/>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600"/>
              <a:buFont typeface="Trebuchet MS"/>
              <a:buNone/>
            </a:pPr>
            <a:r>
              <a:rPr lang="en-US" sz="2600"/>
              <a:t>Seasonal Agriculture Performance Analysis</a:t>
            </a:r>
            <a:endParaRPr sz="3200"/>
          </a:p>
        </p:txBody>
      </p:sp>
      <p:pic>
        <p:nvPicPr>
          <p:cNvPr id="199" name="Google Shape;199;p23"/>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sp>
        <p:nvSpPr>
          <p:cNvPr id="200" name="Google Shape;200;p23"/>
          <p:cNvSpPr txBox="1"/>
          <p:nvPr/>
        </p:nvSpPr>
        <p:spPr>
          <a:xfrm>
            <a:off x="678364" y="4700000"/>
            <a:ext cx="6800100" cy="338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600" u="none" cap="none" strike="noStrike">
                <a:solidFill>
                  <a:schemeClr val="dk1"/>
                </a:solidFill>
                <a:latin typeface="Trebuchet MS"/>
                <a:ea typeface="Trebuchet MS"/>
                <a:cs typeface="Trebuchet MS"/>
                <a:sym typeface="Trebuchet MS"/>
              </a:rPr>
              <a:t>AICTE STU ID : </a:t>
            </a:r>
            <a:r>
              <a:rPr b="1" lang="en-US" sz="1600">
                <a:solidFill>
                  <a:schemeClr val="dk1"/>
                </a:solidFill>
                <a:latin typeface="Trebuchet MS"/>
                <a:ea typeface="Trebuchet MS"/>
                <a:cs typeface="Trebuchet MS"/>
                <a:sym typeface="Trebuchet MS"/>
              </a:rPr>
              <a:t>STU6a191e1abc17a1780031002</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8"/>
                                        </p:tgtEl>
                                        <p:attrNameLst>
                                          <p:attrName>style.visibility</p:attrName>
                                        </p:attrNameLst>
                                      </p:cBhvr>
                                      <p:to>
                                        <p:strVal val="visible"/>
                                      </p:to>
                                    </p:set>
                                    <p:animEffect filter="fade" transition="in">
                                      <p:cBhvr>
                                        <p:cTn dur="1822"/>
                                        <p:tgtEl>
                                          <p:spTgt spid="19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7">
                                            <p:txEl>
                                              <p:pRg end="0" st="0"/>
                                            </p:txEl>
                                          </p:spTgt>
                                        </p:tgtEl>
                                        <p:attrNameLst>
                                          <p:attrName>style.visibility</p:attrName>
                                        </p:attrNameLst>
                                      </p:cBhvr>
                                      <p:to>
                                        <p:strVal val="visible"/>
                                      </p:to>
                                    </p:set>
                                    <p:animEffect filter="fade" transition="in">
                                      <p:cBhvr>
                                        <p:cTn dur="500"/>
                                        <p:tgtEl>
                                          <p:spTgt spid="19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7">
                                            <p:txEl>
                                              <p:pRg end="1" st="1"/>
                                            </p:txEl>
                                          </p:spTgt>
                                        </p:tgtEl>
                                        <p:attrNameLst>
                                          <p:attrName>style.visibility</p:attrName>
                                        </p:attrNameLst>
                                      </p:cBhvr>
                                      <p:to>
                                        <p:strVal val="visible"/>
                                      </p:to>
                                    </p:set>
                                    <p:animEffect filter="fade" transition="in">
                                      <p:cBhvr>
                                        <p:cTn dur="500"/>
                                        <p:tgtEl>
                                          <p:spTgt spid="197">
                                            <p:txEl>
                                              <p:pRg end="1" st="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24"/>
          <p:cNvSpPr txBox="1"/>
          <p:nvPr>
            <p:ph idx="1" type="body"/>
          </p:nvPr>
        </p:nvSpPr>
        <p:spPr>
          <a:xfrm>
            <a:off x="1046475" y="1875549"/>
            <a:ext cx="6805800" cy="43347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b="1" lang="en-US" sz="1750">
                <a:solidFill>
                  <a:srgbClr val="101010"/>
                </a:solidFill>
                <a:latin typeface="Roboto"/>
                <a:ea typeface="Roboto"/>
                <a:cs typeface="Roboto"/>
                <a:sym typeface="Roboto"/>
              </a:rPr>
              <a:t>Agricultural activities are strongly influenced by seasonal variations in environmental conditions (such as rainfall, temperature, and humidity), farming practices, input resource availability, and market conditions. Consequently, agricultural performance (crop yield, production efficiency, and farm profitability) differs significantly from one season to another (Kharif, Rabi, and Zaid).</a:t>
            </a:r>
            <a:endParaRPr b="1" sz="1750">
              <a:solidFill>
                <a:srgbClr val="101010"/>
              </a:solidFill>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b="1" lang="en-US" sz="1750">
                <a:solidFill>
                  <a:srgbClr val="101010"/>
                </a:solidFill>
                <a:latin typeface="Roboto"/>
                <a:ea typeface="Roboto"/>
                <a:cs typeface="Roboto"/>
                <a:sym typeface="Roboto"/>
              </a:rPr>
              <a:t>However, raw agricultural data does not clearly explain how agricultural performance changes across seasons or what key drivers govern these variations.</a:t>
            </a:r>
            <a:endParaRPr b="1" sz="1750">
              <a:solidFill>
                <a:srgbClr val="101010"/>
              </a:solidFill>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b="1" lang="en-US" sz="1750">
                <a:solidFill>
                  <a:srgbClr val="101010"/>
                </a:solidFill>
                <a:latin typeface="Roboto"/>
                <a:ea typeface="Roboto"/>
                <a:cs typeface="Roboto"/>
                <a:sym typeface="Roboto"/>
              </a:rPr>
              <a:t>The core problem is to analyze the given agricultural dataset and investigate seasonal differences in agricultural performance by identifying meaningful patterns, trends, relationships, resource usage variations, and financial differences within the available data.</a:t>
            </a:r>
            <a:endParaRPr b="1" sz="1750">
              <a:solidFill>
                <a:srgbClr val="101010"/>
              </a:solidFill>
              <a:latin typeface="Roboto"/>
              <a:ea typeface="Roboto"/>
              <a:cs typeface="Roboto"/>
              <a:sym typeface="Roboto"/>
            </a:endParaRPr>
          </a:p>
          <a:p>
            <a:pPr indent="-228600" lvl="0" marL="228600" rtl="0" algn="l">
              <a:spcBef>
                <a:spcPts val="2400"/>
              </a:spcBef>
              <a:spcAft>
                <a:spcPts val="0"/>
              </a:spcAft>
              <a:buSzPts val="1440"/>
              <a:buNone/>
            </a:pPr>
            <a:r>
              <a:t/>
            </a:r>
            <a:endParaRPr sz="2500">
              <a:solidFill>
                <a:srgbClr val="1F2A3C"/>
              </a:solidFill>
              <a:latin typeface="Calibri"/>
              <a:ea typeface="Calibri"/>
              <a:cs typeface="Calibri"/>
              <a:sym typeface="Calibri"/>
            </a:endParaRPr>
          </a:p>
        </p:txBody>
      </p:sp>
      <p:sp>
        <p:nvSpPr>
          <p:cNvPr id="206" name="Google Shape;206;p24"/>
          <p:cNvSpPr txBox="1"/>
          <p:nvPr>
            <p:ph type="title"/>
          </p:nvPr>
        </p:nvSpPr>
        <p:spPr>
          <a:xfrm>
            <a:off x="754602" y="550417"/>
            <a:ext cx="6995604" cy="790111"/>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chemeClr val="dk1"/>
              </a:buClr>
              <a:buSzPct val="100000"/>
              <a:buFont typeface="Trebuchet MS"/>
              <a:buNone/>
            </a:pPr>
            <a:r>
              <a:rPr lang="en-US"/>
              <a:t>PROBLEM  STATEMENT</a:t>
            </a:r>
            <a:endParaRPr/>
          </a:p>
        </p:txBody>
      </p:sp>
      <p:pic>
        <p:nvPicPr>
          <p:cNvPr id="207" name="Google Shape;207;p24"/>
          <p:cNvPicPr preferRelativeResize="0"/>
          <p:nvPr/>
        </p:nvPicPr>
        <p:blipFill rotWithShape="1">
          <a:blip r:embed="rId3">
            <a:alphaModFix/>
          </a:blip>
          <a:srcRect b="0" l="0" r="0" t="0"/>
          <a:stretch/>
        </p:blipFill>
        <p:spPr>
          <a:xfrm>
            <a:off x="7995684" y="2930834"/>
            <a:ext cx="2760758" cy="3264409"/>
          </a:xfrm>
          <a:prstGeom prst="rect">
            <a:avLst/>
          </a:prstGeom>
          <a:noFill/>
          <a:ln>
            <a:noFill/>
          </a:ln>
        </p:spPr>
      </p:pic>
      <p:pic>
        <p:nvPicPr>
          <p:cNvPr id="208" name="Google Shape;208;p24"/>
          <p:cNvPicPr preferRelativeResize="0"/>
          <p:nvPr/>
        </p:nvPicPr>
        <p:blipFill rotWithShape="1">
          <a:blip r:embed="rId4">
            <a:alphaModFix/>
          </a:blip>
          <a:srcRect b="0" l="0" r="0" t="96181"/>
          <a:stretch/>
        </p:blipFill>
        <p:spPr>
          <a:xfrm>
            <a:off x="675957" y="6471920"/>
            <a:ext cx="2143125" cy="19304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06"/>
                                        </p:tgtEl>
                                        <p:attrNameLst>
                                          <p:attrName>style.visibility</p:attrName>
                                        </p:attrNameLst>
                                      </p:cBhvr>
                                      <p:to>
                                        <p:strVal val="visible"/>
                                      </p:to>
                                    </p:set>
                                    <p:anim calcmode="lin" valueType="num">
                                      <p:cBhvr additive="base">
                                        <p:cTn dur="500"/>
                                        <p:tgtEl>
                                          <p:spTgt spid="206"/>
                                        </p:tgtEl>
                                        <p:attrNameLst>
                                          <p:attrName>ppt_w</p:attrName>
                                        </p:attrNameLst>
                                      </p:cBhvr>
                                      <p:tavLst>
                                        <p:tav fmla="" tm="0">
                                          <p:val>
                                            <p:strVal val="0"/>
                                          </p:val>
                                        </p:tav>
                                        <p:tav fmla="" tm="100000">
                                          <p:val>
                                            <p:strVal val="#ppt_w"/>
                                          </p:val>
                                        </p:tav>
                                      </p:tavLst>
                                    </p:anim>
                                    <p:anim calcmode="lin" valueType="num">
                                      <p:cBhvr additive="base">
                                        <p:cTn dur="500"/>
                                        <p:tgtEl>
                                          <p:spTgt spid="206"/>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5">
                                            <p:txEl>
                                              <p:pRg end="0" st="0"/>
                                            </p:txEl>
                                          </p:spTgt>
                                        </p:tgtEl>
                                        <p:attrNameLst>
                                          <p:attrName>style.visibility</p:attrName>
                                        </p:attrNameLst>
                                      </p:cBhvr>
                                      <p:to>
                                        <p:strVal val="visible"/>
                                      </p:to>
                                    </p:set>
                                    <p:animEffect filter="fade" transition="in">
                                      <p:cBhvr>
                                        <p:cTn dur="1000"/>
                                        <p:tgtEl>
                                          <p:spTgt spid="20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5">
                                            <p:txEl>
                                              <p:pRg end="1" st="1"/>
                                            </p:txEl>
                                          </p:spTgt>
                                        </p:tgtEl>
                                        <p:attrNameLst>
                                          <p:attrName>style.visibility</p:attrName>
                                        </p:attrNameLst>
                                      </p:cBhvr>
                                      <p:to>
                                        <p:strVal val="visible"/>
                                      </p:to>
                                    </p:set>
                                    <p:animEffect filter="fade" transition="in">
                                      <p:cBhvr>
                                        <p:cTn dur="1000"/>
                                        <p:tgtEl>
                                          <p:spTgt spid="20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5">
                                            <p:txEl>
                                              <p:pRg end="2" st="2"/>
                                            </p:txEl>
                                          </p:spTgt>
                                        </p:tgtEl>
                                        <p:attrNameLst>
                                          <p:attrName>style.visibility</p:attrName>
                                        </p:attrNameLst>
                                      </p:cBhvr>
                                      <p:to>
                                        <p:strVal val="visible"/>
                                      </p:to>
                                    </p:set>
                                    <p:animEffect filter="fade" transition="in">
                                      <p:cBhvr>
                                        <p:cTn dur="1000"/>
                                        <p:tgtEl>
                                          <p:spTgt spid="20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5">
                                            <p:txEl>
                                              <p:pRg end="3" st="3"/>
                                            </p:txEl>
                                          </p:spTgt>
                                        </p:tgtEl>
                                        <p:attrNameLst>
                                          <p:attrName>style.visibility</p:attrName>
                                        </p:attrNameLst>
                                      </p:cBhvr>
                                      <p:to>
                                        <p:strVal val="visible"/>
                                      </p:to>
                                    </p:set>
                                    <p:animEffect filter="fade" transition="in">
                                      <p:cBhvr>
                                        <p:cTn dur="1000"/>
                                        <p:tgtEl>
                                          <p:spTgt spid="205">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212" name="Shape 212"/>
        <p:cNvGrpSpPr/>
        <p:nvPr/>
      </p:nvGrpSpPr>
      <p:grpSpPr>
        <a:xfrm>
          <a:off x="0" y="0"/>
          <a:ext cx="0" cy="0"/>
          <a:chOff x="0" y="0"/>
          <a:chExt cx="0" cy="0"/>
        </a:xfrm>
      </p:grpSpPr>
      <p:sp>
        <p:nvSpPr>
          <p:cNvPr id="213" name="Google Shape;213;p25"/>
          <p:cNvSpPr txBox="1"/>
          <p:nvPr>
            <p:ph type="title"/>
          </p:nvPr>
        </p:nvSpPr>
        <p:spPr>
          <a:xfrm>
            <a:off x="467351" y="131849"/>
            <a:ext cx="10047000" cy="1704900"/>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chemeClr val="dk1"/>
              </a:buClr>
              <a:buSzPct val="100000"/>
              <a:buFont typeface="Trebuchet MS"/>
              <a:buNone/>
            </a:pPr>
            <a:r>
              <a:rPr lang="en-US" sz="2800"/>
              <a:t>Project Description</a:t>
            </a:r>
            <a:br>
              <a:rPr lang="en-US"/>
            </a:br>
            <a:r>
              <a:rPr b="0" lang="en-US" sz="1606">
                <a:solidFill>
                  <a:srgbClr val="101010"/>
                </a:solidFill>
                <a:highlight>
                  <a:srgbClr val="F9F9F9"/>
                </a:highlight>
                <a:latin typeface="Roboto"/>
                <a:ea typeface="Roboto"/>
                <a:cs typeface="Roboto"/>
                <a:sym typeface="Roboto"/>
              </a:rPr>
              <a:t> </a:t>
            </a:r>
            <a:r>
              <a:rPr lang="en-US" sz="1606">
                <a:solidFill>
                  <a:srgbClr val="101010"/>
                </a:solidFill>
                <a:highlight>
                  <a:srgbClr val="F9F9F9"/>
                </a:highlight>
                <a:latin typeface="Roboto"/>
                <a:ea typeface="Roboto"/>
                <a:cs typeface="Roboto"/>
                <a:sym typeface="Roboto"/>
              </a:rPr>
              <a:t>Seasonal Agriculture Performance Analysis</a:t>
            </a:r>
            <a:r>
              <a:rPr b="0" lang="en-US" sz="1606">
                <a:solidFill>
                  <a:srgbClr val="101010"/>
                </a:solidFill>
                <a:highlight>
                  <a:srgbClr val="F9F9F9"/>
                </a:highlight>
                <a:latin typeface="Roboto"/>
                <a:ea typeface="Roboto"/>
                <a:cs typeface="Roboto"/>
                <a:sym typeface="Roboto"/>
              </a:rPr>
              <a:t> project is a focused Data Analytics major project designed to investigate how agricultural performance, resource usage efficiency, and farm profitability vary across different farming seasons (</a:t>
            </a:r>
            <a:r>
              <a:rPr lang="en-US" sz="1606">
                <a:solidFill>
                  <a:srgbClr val="101010"/>
                </a:solidFill>
                <a:highlight>
                  <a:srgbClr val="F9F9F9"/>
                </a:highlight>
                <a:latin typeface="Roboto"/>
                <a:ea typeface="Roboto"/>
                <a:cs typeface="Roboto"/>
                <a:sym typeface="Roboto"/>
              </a:rPr>
              <a:t>Kharif</a:t>
            </a:r>
            <a:r>
              <a:rPr b="0" lang="en-US" sz="1606">
                <a:solidFill>
                  <a:srgbClr val="101010"/>
                </a:solidFill>
                <a:highlight>
                  <a:srgbClr val="F9F9F9"/>
                </a:highlight>
                <a:latin typeface="Roboto"/>
                <a:ea typeface="Roboto"/>
                <a:cs typeface="Roboto"/>
                <a:sym typeface="Roboto"/>
              </a:rPr>
              <a:t>, </a:t>
            </a:r>
            <a:r>
              <a:rPr lang="en-US" sz="1606">
                <a:solidFill>
                  <a:srgbClr val="101010"/>
                </a:solidFill>
                <a:highlight>
                  <a:srgbClr val="F9F9F9"/>
                </a:highlight>
                <a:latin typeface="Roboto"/>
                <a:ea typeface="Roboto"/>
                <a:cs typeface="Roboto"/>
                <a:sym typeface="Roboto"/>
              </a:rPr>
              <a:t>Rabi</a:t>
            </a:r>
            <a:r>
              <a:rPr b="0" lang="en-US" sz="1606">
                <a:solidFill>
                  <a:srgbClr val="101010"/>
                </a:solidFill>
                <a:highlight>
                  <a:srgbClr val="F9F9F9"/>
                </a:highlight>
                <a:latin typeface="Roboto"/>
                <a:ea typeface="Roboto"/>
                <a:cs typeface="Roboto"/>
                <a:sym typeface="Roboto"/>
              </a:rPr>
              <a:t>, and </a:t>
            </a:r>
            <a:r>
              <a:rPr lang="en-US" sz="1606">
                <a:solidFill>
                  <a:srgbClr val="101010"/>
                </a:solidFill>
                <a:highlight>
                  <a:srgbClr val="F9F9F9"/>
                </a:highlight>
                <a:latin typeface="Roboto"/>
                <a:ea typeface="Roboto"/>
                <a:cs typeface="Roboto"/>
                <a:sym typeface="Roboto"/>
              </a:rPr>
              <a:t>Zaid</a:t>
            </a:r>
            <a:r>
              <a:rPr b="0" lang="en-US" sz="1606">
                <a:solidFill>
                  <a:srgbClr val="101010"/>
                </a:solidFill>
                <a:highlight>
                  <a:srgbClr val="F9F9F9"/>
                </a:highlight>
                <a:latin typeface="Roboto"/>
                <a:ea typeface="Roboto"/>
                <a:cs typeface="Roboto"/>
                <a:sym typeface="Roboto"/>
              </a:rPr>
              <a:t>) in India. Using a comprehensive dataset of </a:t>
            </a:r>
            <a:r>
              <a:rPr lang="en-US" sz="1606">
                <a:solidFill>
                  <a:srgbClr val="101010"/>
                </a:solidFill>
                <a:highlight>
                  <a:srgbClr val="F9F9F9"/>
                </a:highlight>
                <a:latin typeface="Roboto"/>
                <a:ea typeface="Roboto"/>
                <a:cs typeface="Roboto"/>
                <a:sym typeface="Roboto"/>
              </a:rPr>
              <a:t>4,000 farm-level records across 28 numerical and categorical parameters</a:t>
            </a:r>
            <a:r>
              <a:rPr b="0" lang="en-US" sz="1606">
                <a:solidFill>
                  <a:srgbClr val="101010"/>
                </a:solidFill>
                <a:highlight>
                  <a:srgbClr val="F9F9F9"/>
                </a:highlight>
                <a:latin typeface="Roboto"/>
                <a:ea typeface="Roboto"/>
                <a:cs typeface="Roboto"/>
                <a:sym typeface="Roboto"/>
              </a:rPr>
              <a:t>, the project applies data cleaning, statistical modeling, univariate, bivariate, and multivariate visualizations to discover meaningful seasonal patterns, environmental relationships, resource trade-offs, and economic outcomes.</a:t>
            </a:r>
            <a:endParaRPr b="0" sz="1606">
              <a:solidFill>
                <a:srgbClr val="101010"/>
              </a:solidFill>
              <a:highlight>
                <a:srgbClr val="F9F9F9"/>
              </a:highlight>
              <a:latin typeface="Roboto"/>
              <a:ea typeface="Roboto"/>
              <a:cs typeface="Roboto"/>
              <a:sym typeface="Roboto"/>
            </a:endParaRPr>
          </a:p>
          <a:p>
            <a:pPr indent="0" lvl="0" marL="0" rtl="0" algn="l">
              <a:lnSpc>
                <a:spcPct val="115000"/>
              </a:lnSpc>
              <a:spcBef>
                <a:spcPts val="0"/>
              </a:spcBef>
              <a:spcAft>
                <a:spcPts val="0"/>
              </a:spcAft>
              <a:buClr>
                <a:schemeClr val="dk1"/>
              </a:buClr>
              <a:buSzPct val="66443"/>
              <a:buFont typeface="Arial"/>
              <a:buNone/>
            </a:pPr>
            <a:r>
              <a:t/>
            </a:r>
            <a:endParaRPr b="0" sz="1656">
              <a:latin typeface="Arial"/>
              <a:ea typeface="Arial"/>
              <a:cs typeface="Arial"/>
              <a:sym typeface="Arial"/>
            </a:endParaRPr>
          </a:p>
          <a:p>
            <a:pPr indent="0" lvl="0" marL="0" rtl="0" algn="l">
              <a:spcBef>
                <a:spcPts val="0"/>
              </a:spcBef>
              <a:spcAft>
                <a:spcPts val="0"/>
              </a:spcAft>
              <a:buClr>
                <a:schemeClr val="dk1"/>
              </a:buClr>
              <a:buSzPct val="52282"/>
              <a:buFont typeface="Trebuchet MS"/>
              <a:buNone/>
            </a:pPr>
            <a:br>
              <a:rPr lang="en-US" sz="5356"/>
            </a:br>
            <a:endParaRPr sz="5356"/>
          </a:p>
        </p:txBody>
      </p:sp>
      <p:pic>
        <p:nvPicPr>
          <p:cNvPr id="214" name="Google Shape;214;p25"/>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pic>
        <p:nvPicPr>
          <p:cNvPr id="215" name="Google Shape;215;p25"/>
          <p:cNvPicPr preferRelativeResize="0"/>
          <p:nvPr/>
        </p:nvPicPr>
        <p:blipFill rotWithShape="1">
          <a:blip r:embed="rId4">
            <a:alphaModFix/>
          </a:blip>
          <a:srcRect b="0" l="0" r="0" t="0"/>
          <a:stretch/>
        </p:blipFill>
        <p:spPr>
          <a:xfrm>
            <a:off x="467359" y="6410461"/>
            <a:ext cx="3706253" cy="296092"/>
          </a:xfrm>
          <a:prstGeom prst="rect">
            <a:avLst/>
          </a:prstGeom>
          <a:noFill/>
          <a:ln>
            <a:noFill/>
          </a:ln>
        </p:spPr>
      </p:pic>
      <p:sp>
        <p:nvSpPr>
          <p:cNvPr id="216" name="Google Shape;216;p25"/>
          <p:cNvSpPr txBox="1"/>
          <p:nvPr/>
        </p:nvSpPr>
        <p:spPr>
          <a:xfrm>
            <a:off x="647693" y="1836745"/>
            <a:ext cx="10515600" cy="5197500"/>
          </a:xfrm>
          <a:prstGeom prst="rect">
            <a:avLst/>
          </a:prstGeom>
          <a:noFill/>
          <a:ln>
            <a:noFill/>
          </a:ln>
        </p:spPr>
        <p:txBody>
          <a:bodyPr anchorCtr="0" anchor="t" bIns="45700" lIns="91425" spcFirstLastPara="1" rIns="91425" wrap="square" tIns="45700">
            <a:spAutoFit/>
          </a:bodyPr>
          <a:lstStyle/>
          <a:p>
            <a:pPr indent="-307975" lvl="0" marL="457200" rtl="0" algn="l">
              <a:lnSpc>
                <a:spcPct val="115000"/>
              </a:lnSpc>
              <a:spcBef>
                <a:spcPts val="600"/>
              </a:spcBef>
              <a:spcAft>
                <a:spcPts val="0"/>
              </a:spcAft>
              <a:buClr>
                <a:srgbClr val="101010"/>
              </a:buClr>
              <a:buSzPts val="1250"/>
              <a:buFont typeface="Roboto"/>
              <a:buAutoNum type="arabicPeriod"/>
            </a:pPr>
            <a:r>
              <a:rPr b="1" lang="en-US" sz="1250">
                <a:solidFill>
                  <a:srgbClr val="101010"/>
                </a:solidFill>
                <a:highlight>
                  <a:srgbClr val="F9F9F9"/>
                </a:highlight>
                <a:latin typeface="Roboto"/>
                <a:ea typeface="Roboto"/>
                <a:cs typeface="Roboto"/>
                <a:sym typeface="Roboto"/>
              </a:rPr>
              <a:t>Introduction &amp; Dataset Scope</a:t>
            </a:r>
            <a:r>
              <a:rPr lang="en-US" sz="1250">
                <a:solidFill>
                  <a:srgbClr val="101010"/>
                </a:solidFill>
                <a:highlight>
                  <a:srgbClr val="F9F9F9"/>
                </a:highlight>
                <a:latin typeface="Roboto"/>
                <a:ea typeface="Roboto"/>
                <a:cs typeface="Roboto"/>
                <a:sym typeface="Roboto"/>
              </a:rPr>
              <a:t>:</a:t>
            </a:r>
            <a:endParaRPr sz="1250">
              <a:solidFill>
                <a:srgbClr val="101010"/>
              </a:solidFill>
              <a:highlight>
                <a:srgbClr val="F9F9F9"/>
              </a:highlight>
              <a:latin typeface="Roboto"/>
              <a:ea typeface="Roboto"/>
              <a:cs typeface="Roboto"/>
              <a:sym typeface="Roboto"/>
            </a:endParaRPr>
          </a:p>
          <a:p>
            <a:pPr indent="-307975" lvl="1" marL="914400" rtl="0" algn="l">
              <a:lnSpc>
                <a:spcPct val="115000"/>
              </a:lnSpc>
              <a:spcBef>
                <a:spcPts val="0"/>
              </a:spcBef>
              <a:spcAft>
                <a:spcPts val="0"/>
              </a:spcAft>
              <a:buClr>
                <a:srgbClr val="101010"/>
              </a:buClr>
              <a:buSzPts val="1250"/>
              <a:buFont typeface="Roboto"/>
              <a:buChar char="●"/>
            </a:pPr>
            <a:r>
              <a:rPr lang="en-US" sz="1250">
                <a:solidFill>
                  <a:srgbClr val="101010"/>
                </a:solidFill>
                <a:highlight>
                  <a:srgbClr val="F9F9F9"/>
                </a:highlight>
                <a:latin typeface="Roboto"/>
                <a:ea typeface="Roboto"/>
                <a:cs typeface="Roboto"/>
                <a:sym typeface="Roboto"/>
              </a:rPr>
              <a:t>Covers 4,000 individual farm records across 7 major Indian states and key agricultural districts.</a:t>
            </a:r>
            <a:endParaRPr sz="1250">
              <a:solidFill>
                <a:srgbClr val="101010"/>
              </a:solidFill>
              <a:highlight>
                <a:srgbClr val="F9F9F9"/>
              </a:highlight>
              <a:latin typeface="Roboto"/>
              <a:ea typeface="Roboto"/>
              <a:cs typeface="Roboto"/>
              <a:sym typeface="Roboto"/>
            </a:endParaRPr>
          </a:p>
          <a:p>
            <a:pPr indent="-307975" lvl="1" marL="914400" rtl="0" algn="l">
              <a:lnSpc>
                <a:spcPct val="115000"/>
              </a:lnSpc>
              <a:spcBef>
                <a:spcPts val="0"/>
              </a:spcBef>
              <a:spcAft>
                <a:spcPts val="0"/>
              </a:spcAft>
              <a:buClr>
                <a:srgbClr val="101010"/>
              </a:buClr>
              <a:buSzPts val="1250"/>
              <a:buFont typeface="Roboto"/>
              <a:buChar char="●"/>
            </a:pPr>
            <a:r>
              <a:rPr lang="en-US" sz="1250">
                <a:solidFill>
                  <a:srgbClr val="101010"/>
                </a:solidFill>
                <a:highlight>
                  <a:srgbClr val="F9F9F9"/>
                </a:highlight>
                <a:latin typeface="Roboto"/>
                <a:ea typeface="Roboto"/>
                <a:cs typeface="Roboto"/>
                <a:sym typeface="Roboto"/>
              </a:rPr>
              <a:t>Evaluates 28 variables spanning 5 core dimensions:</a:t>
            </a:r>
            <a:endParaRPr sz="1250">
              <a:solidFill>
                <a:srgbClr val="101010"/>
              </a:solidFill>
              <a:highlight>
                <a:srgbClr val="F9F9F9"/>
              </a:highlight>
              <a:latin typeface="Roboto"/>
              <a:ea typeface="Roboto"/>
              <a:cs typeface="Roboto"/>
              <a:sym typeface="Roboto"/>
            </a:endParaRPr>
          </a:p>
          <a:p>
            <a:pPr indent="-307975" lvl="2" marL="1371600" rtl="0" algn="l">
              <a:lnSpc>
                <a:spcPct val="115000"/>
              </a:lnSpc>
              <a:spcBef>
                <a:spcPts val="0"/>
              </a:spcBef>
              <a:spcAft>
                <a:spcPts val="0"/>
              </a:spcAft>
              <a:buClr>
                <a:srgbClr val="101010"/>
              </a:buClr>
              <a:buSzPts val="1250"/>
              <a:buFont typeface="Roboto"/>
              <a:buChar char="●"/>
            </a:pPr>
            <a:r>
              <a:rPr b="1" lang="en-US" sz="1250">
                <a:solidFill>
                  <a:srgbClr val="101010"/>
                </a:solidFill>
                <a:highlight>
                  <a:srgbClr val="F9F9F9"/>
                </a:highlight>
                <a:latin typeface="Roboto"/>
                <a:ea typeface="Roboto"/>
                <a:cs typeface="Roboto"/>
                <a:sym typeface="Roboto"/>
              </a:rPr>
              <a:t>Geographical &amp; Crop Context:</a:t>
            </a:r>
            <a:r>
              <a:rPr lang="en-US" sz="1250">
                <a:solidFill>
                  <a:srgbClr val="101010"/>
                </a:solidFill>
                <a:highlight>
                  <a:srgbClr val="F9F9F9"/>
                </a:highlight>
                <a:latin typeface="Roboto"/>
                <a:ea typeface="Roboto"/>
                <a:cs typeface="Roboto"/>
                <a:sym typeface="Roboto"/>
              </a:rPr>
              <a:t> State, District, Crop, Season.</a:t>
            </a:r>
            <a:endParaRPr sz="1250">
              <a:solidFill>
                <a:srgbClr val="101010"/>
              </a:solidFill>
              <a:highlight>
                <a:srgbClr val="F9F9F9"/>
              </a:highlight>
              <a:latin typeface="Roboto"/>
              <a:ea typeface="Roboto"/>
              <a:cs typeface="Roboto"/>
              <a:sym typeface="Roboto"/>
            </a:endParaRPr>
          </a:p>
          <a:p>
            <a:pPr indent="-307975" lvl="2" marL="1371600" rtl="0" algn="l">
              <a:lnSpc>
                <a:spcPct val="115000"/>
              </a:lnSpc>
              <a:spcBef>
                <a:spcPts val="0"/>
              </a:spcBef>
              <a:spcAft>
                <a:spcPts val="0"/>
              </a:spcAft>
              <a:buClr>
                <a:srgbClr val="101010"/>
              </a:buClr>
              <a:buSzPts val="1250"/>
              <a:buFont typeface="Roboto"/>
              <a:buChar char="●"/>
            </a:pPr>
            <a:r>
              <a:rPr b="1" lang="en-US" sz="1250">
                <a:solidFill>
                  <a:srgbClr val="101010"/>
                </a:solidFill>
                <a:highlight>
                  <a:srgbClr val="F9F9F9"/>
                </a:highlight>
                <a:latin typeface="Roboto"/>
                <a:ea typeface="Roboto"/>
                <a:cs typeface="Roboto"/>
                <a:sym typeface="Roboto"/>
              </a:rPr>
              <a:t>Environmental Parameters:</a:t>
            </a:r>
            <a:r>
              <a:rPr lang="en-US" sz="1250">
                <a:solidFill>
                  <a:srgbClr val="101010"/>
                </a:solidFill>
                <a:highlight>
                  <a:srgbClr val="F9F9F9"/>
                </a:highlight>
                <a:latin typeface="Roboto"/>
                <a:ea typeface="Roboto"/>
                <a:cs typeface="Roboto"/>
                <a:sym typeface="Roboto"/>
              </a:rPr>
              <a:t> Rainfall (mm), Avg Temperature (°C), Humidity (%), Sunlight Hours/Day, Soil pH, Soil Moisture (%).</a:t>
            </a:r>
            <a:endParaRPr sz="1250">
              <a:solidFill>
                <a:srgbClr val="101010"/>
              </a:solidFill>
              <a:highlight>
                <a:srgbClr val="F9F9F9"/>
              </a:highlight>
              <a:latin typeface="Roboto"/>
              <a:ea typeface="Roboto"/>
              <a:cs typeface="Roboto"/>
              <a:sym typeface="Roboto"/>
            </a:endParaRPr>
          </a:p>
          <a:p>
            <a:pPr indent="-307975" lvl="2" marL="1371600" rtl="0" algn="l">
              <a:lnSpc>
                <a:spcPct val="115000"/>
              </a:lnSpc>
              <a:spcBef>
                <a:spcPts val="0"/>
              </a:spcBef>
              <a:spcAft>
                <a:spcPts val="0"/>
              </a:spcAft>
              <a:buClr>
                <a:srgbClr val="101010"/>
              </a:buClr>
              <a:buSzPts val="1250"/>
              <a:buFont typeface="Roboto"/>
              <a:buChar char="●"/>
            </a:pPr>
            <a:r>
              <a:rPr b="1" lang="en-US" sz="1250">
                <a:solidFill>
                  <a:srgbClr val="101010"/>
                </a:solidFill>
                <a:highlight>
                  <a:srgbClr val="F9F9F9"/>
                </a:highlight>
                <a:latin typeface="Roboto"/>
                <a:ea typeface="Roboto"/>
                <a:cs typeface="Roboto"/>
                <a:sym typeface="Roboto"/>
              </a:rPr>
              <a:t>Farm Inputs &amp; Resources:</a:t>
            </a:r>
            <a:r>
              <a:rPr lang="en-US" sz="1250">
                <a:solidFill>
                  <a:srgbClr val="101010"/>
                </a:solidFill>
                <a:highlight>
                  <a:srgbClr val="F9F9F9"/>
                </a:highlight>
                <a:latin typeface="Roboto"/>
                <a:ea typeface="Roboto"/>
                <a:cs typeface="Roboto"/>
                <a:sym typeface="Roboto"/>
              </a:rPr>
              <a:t> Farm Area (Ha), Nitrogen, Phosphorus, Potassium (NPK), Irrigation Method (Drip, Sprinkler, Flood, Rainfed), Fertilizer (kg/ha), Pesticide (L/ha), Seed Quality Score.</a:t>
            </a:r>
            <a:endParaRPr sz="1250">
              <a:solidFill>
                <a:srgbClr val="101010"/>
              </a:solidFill>
              <a:highlight>
                <a:srgbClr val="F9F9F9"/>
              </a:highlight>
              <a:latin typeface="Roboto"/>
              <a:ea typeface="Roboto"/>
              <a:cs typeface="Roboto"/>
              <a:sym typeface="Roboto"/>
            </a:endParaRPr>
          </a:p>
          <a:p>
            <a:pPr indent="-307975" lvl="2" marL="1371600" rtl="0" algn="l">
              <a:lnSpc>
                <a:spcPct val="120000"/>
              </a:lnSpc>
              <a:spcBef>
                <a:spcPts val="0"/>
              </a:spcBef>
              <a:spcAft>
                <a:spcPts val="0"/>
              </a:spcAft>
              <a:buClr>
                <a:srgbClr val="101010"/>
              </a:buClr>
              <a:buSzPts val="1250"/>
              <a:buFont typeface="Roboto"/>
              <a:buChar char="●"/>
            </a:pPr>
            <a:r>
              <a:rPr b="1" lang="en-US" sz="1250">
                <a:solidFill>
                  <a:srgbClr val="101010"/>
                </a:solidFill>
                <a:highlight>
                  <a:srgbClr val="F9F9F9"/>
                </a:highlight>
                <a:latin typeface="Roboto"/>
                <a:ea typeface="Roboto"/>
                <a:cs typeface="Roboto"/>
                <a:sym typeface="Roboto"/>
              </a:rPr>
              <a:t>Productivity Metrics:</a:t>
            </a:r>
            <a:r>
              <a:rPr lang="en-US" sz="1250">
                <a:solidFill>
                  <a:srgbClr val="101010"/>
                </a:solidFill>
                <a:highlight>
                  <a:srgbClr val="F9F9F9"/>
                </a:highlight>
                <a:latin typeface="Roboto"/>
                <a:ea typeface="Roboto"/>
                <a:cs typeface="Roboto"/>
                <a:sym typeface="Roboto"/>
              </a:rPr>
              <a:t> Crop Yield (Tonnes/Ha), Total Production (Tonnes), Water Used (m³), Water Efficiency (</a:t>
            </a:r>
            <a:endParaRPr sz="1250">
              <a:solidFill>
                <a:srgbClr val="101010"/>
              </a:solidFill>
              <a:highlight>
                <a:srgbClr val="F9F9F9"/>
              </a:highlight>
              <a:latin typeface="Roboto"/>
              <a:ea typeface="Roboto"/>
              <a:cs typeface="Roboto"/>
              <a:sym typeface="Roboto"/>
            </a:endParaRPr>
          </a:p>
          <a:p>
            <a:pPr indent="-307975" lvl="2" marL="1371600" rtl="0" algn="l">
              <a:lnSpc>
                <a:spcPct val="120000"/>
              </a:lnSpc>
              <a:spcBef>
                <a:spcPts val="0"/>
              </a:spcBef>
              <a:spcAft>
                <a:spcPts val="0"/>
              </a:spcAft>
              <a:buClr>
                <a:srgbClr val="101010"/>
              </a:buClr>
              <a:buSzPts val="1250"/>
              <a:buFont typeface="Roboto"/>
              <a:buChar char="●"/>
            </a:pPr>
            <a:r>
              <a:rPr lang="en-US" sz="1450">
                <a:solidFill>
                  <a:srgbClr val="101010"/>
                </a:solidFill>
                <a:highlight>
                  <a:srgbClr val="F9F9F9"/>
                </a:highlight>
                <a:latin typeface="Times New Roman"/>
                <a:ea typeface="Times New Roman"/>
                <a:cs typeface="Times New Roman"/>
                <a:sym typeface="Times New Roman"/>
              </a:rPr>
              <a:t>t/1000m3</a:t>
            </a:r>
            <a:endParaRPr sz="1450">
              <a:solidFill>
                <a:srgbClr val="101010"/>
              </a:solidFill>
              <a:highlight>
                <a:srgbClr val="F9F9F9"/>
              </a:highlight>
              <a:latin typeface="Times New Roman"/>
              <a:ea typeface="Times New Roman"/>
              <a:cs typeface="Times New Roman"/>
              <a:sym typeface="Times New Roman"/>
            </a:endParaRPr>
          </a:p>
          <a:p>
            <a:pPr indent="-307975" lvl="2" marL="1371600" rtl="0" algn="l">
              <a:lnSpc>
                <a:spcPct val="120000"/>
              </a:lnSpc>
              <a:spcBef>
                <a:spcPts val="0"/>
              </a:spcBef>
              <a:spcAft>
                <a:spcPts val="0"/>
              </a:spcAft>
              <a:buClr>
                <a:srgbClr val="101010"/>
              </a:buClr>
              <a:buSzPts val="1250"/>
              <a:buFont typeface="Roboto"/>
              <a:buChar char="●"/>
            </a:pPr>
            <a:r>
              <a:rPr i="1" lang="en-US" sz="1450">
                <a:solidFill>
                  <a:srgbClr val="101010"/>
                </a:solidFill>
                <a:highlight>
                  <a:srgbClr val="F9F9F9"/>
                </a:highlight>
                <a:latin typeface="Times New Roman"/>
                <a:ea typeface="Times New Roman"/>
                <a:cs typeface="Times New Roman"/>
                <a:sym typeface="Times New Roman"/>
              </a:rPr>
              <a:t>t</a:t>
            </a:r>
            <a:r>
              <a:rPr lang="en-US" sz="1450">
                <a:solidFill>
                  <a:srgbClr val="101010"/>
                </a:solidFill>
                <a:highlight>
                  <a:srgbClr val="F9F9F9"/>
                </a:highlight>
                <a:latin typeface="Times New Roman"/>
                <a:ea typeface="Times New Roman"/>
                <a:cs typeface="Times New Roman"/>
                <a:sym typeface="Times New Roman"/>
              </a:rPr>
              <a:t>/1000</a:t>
            </a:r>
            <a:r>
              <a:rPr i="1" lang="en-US" sz="1450">
                <a:solidFill>
                  <a:srgbClr val="101010"/>
                </a:solidFill>
                <a:highlight>
                  <a:srgbClr val="F9F9F9"/>
                </a:highlight>
                <a:latin typeface="Times New Roman"/>
                <a:ea typeface="Times New Roman"/>
                <a:cs typeface="Times New Roman"/>
                <a:sym typeface="Times New Roman"/>
              </a:rPr>
              <a:t>m</a:t>
            </a:r>
            <a:endParaRPr i="1" sz="1450">
              <a:solidFill>
                <a:srgbClr val="101010"/>
              </a:solidFill>
              <a:highlight>
                <a:srgbClr val="F9F9F9"/>
              </a:highlight>
              <a:latin typeface="Times New Roman"/>
              <a:ea typeface="Times New Roman"/>
              <a:cs typeface="Times New Roman"/>
              <a:sym typeface="Times New Roman"/>
            </a:endParaRPr>
          </a:p>
          <a:p>
            <a:pPr indent="-307975" lvl="2" marL="1371600" marR="12700" rtl="0" algn="l">
              <a:lnSpc>
                <a:spcPct val="120000"/>
              </a:lnSpc>
              <a:spcBef>
                <a:spcPts val="0"/>
              </a:spcBef>
              <a:spcAft>
                <a:spcPts val="0"/>
              </a:spcAft>
              <a:buClr>
                <a:srgbClr val="101010"/>
              </a:buClr>
              <a:buSzPts val="1250"/>
              <a:buFont typeface="Roboto"/>
              <a:buChar char="●"/>
            </a:pPr>
            <a:r>
              <a:rPr lang="en-US" sz="1100">
                <a:solidFill>
                  <a:srgbClr val="101010"/>
                </a:solidFill>
                <a:highlight>
                  <a:srgbClr val="F9F9F9"/>
                </a:highlight>
                <a:latin typeface="Times New Roman"/>
                <a:ea typeface="Times New Roman"/>
                <a:cs typeface="Times New Roman"/>
                <a:sym typeface="Times New Roman"/>
              </a:rPr>
              <a:t>3</a:t>
            </a:r>
            <a:endParaRPr sz="1100">
              <a:solidFill>
                <a:srgbClr val="101010"/>
              </a:solidFill>
              <a:highlight>
                <a:srgbClr val="F9F9F9"/>
              </a:highlight>
              <a:latin typeface="Times New Roman"/>
              <a:ea typeface="Times New Roman"/>
              <a:cs typeface="Times New Roman"/>
              <a:sym typeface="Times New Roman"/>
            </a:endParaRPr>
          </a:p>
          <a:p>
            <a:pPr indent="-307975" lvl="2" marL="1371600" rtl="0" algn="l">
              <a:lnSpc>
                <a:spcPct val="115000"/>
              </a:lnSpc>
              <a:spcBef>
                <a:spcPts val="0"/>
              </a:spcBef>
              <a:spcAft>
                <a:spcPts val="0"/>
              </a:spcAft>
              <a:buClr>
                <a:srgbClr val="101010"/>
              </a:buClr>
              <a:buSzPts val="1250"/>
              <a:buFont typeface="Roboto"/>
              <a:buChar char="●"/>
            </a:pPr>
            <a:r>
              <a:rPr lang="en-US" sz="1250">
                <a:solidFill>
                  <a:srgbClr val="101010"/>
                </a:solidFill>
                <a:highlight>
                  <a:srgbClr val="F9F9F9"/>
                </a:highlight>
                <a:latin typeface="Roboto"/>
                <a:ea typeface="Roboto"/>
                <a:cs typeface="Roboto"/>
                <a:sym typeface="Roboto"/>
              </a:rPr>
              <a:t>), Disease/Pest Risk (%).</a:t>
            </a:r>
            <a:endParaRPr sz="1250">
              <a:solidFill>
                <a:srgbClr val="101010"/>
              </a:solidFill>
              <a:highlight>
                <a:srgbClr val="F9F9F9"/>
              </a:highlight>
              <a:latin typeface="Roboto"/>
              <a:ea typeface="Roboto"/>
              <a:cs typeface="Roboto"/>
              <a:sym typeface="Roboto"/>
            </a:endParaRPr>
          </a:p>
          <a:p>
            <a:pPr indent="-307975" lvl="2" marL="1371600" rtl="0" algn="l">
              <a:lnSpc>
                <a:spcPct val="115000"/>
              </a:lnSpc>
              <a:spcBef>
                <a:spcPts val="0"/>
              </a:spcBef>
              <a:spcAft>
                <a:spcPts val="0"/>
              </a:spcAft>
              <a:buClr>
                <a:srgbClr val="101010"/>
              </a:buClr>
              <a:buSzPts val="1250"/>
              <a:buFont typeface="Roboto"/>
              <a:buChar char="●"/>
            </a:pPr>
            <a:r>
              <a:rPr b="1" lang="en-US" sz="1250">
                <a:solidFill>
                  <a:srgbClr val="101010"/>
                </a:solidFill>
                <a:highlight>
                  <a:srgbClr val="F9F9F9"/>
                </a:highlight>
                <a:latin typeface="Roboto"/>
                <a:ea typeface="Roboto"/>
                <a:cs typeface="Roboto"/>
                <a:sym typeface="Roboto"/>
              </a:rPr>
              <a:t>Economic Outcomes:</a:t>
            </a:r>
            <a:r>
              <a:rPr lang="en-US" sz="1250">
                <a:solidFill>
                  <a:srgbClr val="101010"/>
                </a:solidFill>
                <a:highlight>
                  <a:srgbClr val="F9F9F9"/>
                </a:highlight>
                <a:latin typeface="Roboto"/>
                <a:ea typeface="Roboto"/>
                <a:cs typeface="Roboto"/>
                <a:sym typeface="Roboto"/>
              </a:rPr>
              <a:t> Market Price (INR/Tonne), Total Cost (INR), Revenue (INR), Net Profit (INR).</a:t>
            </a:r>
            <a:endParaRPr sz="1250">
              <a:solidFill>
                <a:srgbClr val="101010"/>
              </a:solidFill>
              <a:highlight>
                <a:srgbClr val="F9F9F9"/>
              </a:highlight>
              <a:latin typeface="Roboto"/>
              <a:ea typeface="Roboto"/>
              <a:cs typeface="Roboto"/>
              <a:sym typeface="Roboto"/>
            </a:endParaRPr>
          </a:p>
          <a:p>
            <a:pPr indent="-307975" lvl="0" marL="457200" rtl="0" algn="l">
              <a:lnSpc>
                <a:spcPct val="115000"/>
              </a:lnSpc>
              <a:spcBef>
                <a:spcPts val="0"/>
              </a:spcBef>
              <a:spcAft>
                <a:spcPts val="0"/>
              </a:spcAft>
              <a:buClr>
                <a:srgbClr val="101010"/>
              </a:buClr>
              <a:buSzPts val="1250"/>
              <a:buFont typeface="Roboto"/>
              <a:buAutoNum type="arabicPeriod"/>
            </a:pPr>
            <a:r>
              <a:rPr b="1" lang="en-US" sz="1250">
                <a:solidFill>
                  <a:srgbClr val="101010"/>
                </a:solidFill>
                <a:highlight>
                  <a:srgbClr val="F9F9F9"/>
                </a:highlight>
                <a:latin typeface="Roboto"/>
                <a:ea typeface="Roboto"/>
                <a:cs typeface="Roboto"/>
                <a:sym typeface="Roboto"/>
              </a:rPr>
              <a:t>Data Analytics Pipeline &amp; Methodology</a:t>
            </a:r>
            <a:r>
              <a:rPr lang="en-US" sz="1250">
                <a:solidFill>
                  <a:srgbClr val="101010"/>
                </a:solidFill>
                <a:highlight>
                  <a:srgbClr val="F9F9F9"/>
                </a:highlight>
                <a:latin typeface="Roboto"/>
                <a:ea typeface="Roboto"/>
                <a:cs typeface="Roboto"/>
                <a:sym typeface="Roboto"/>
              </a:rPr>
              <a:t>:</a:t>
            </a:r>
            <a:endParaRPr sz="1250">
              <a:solidFill>
                <a:srgbClr val="101010"/>
              </a:solidFill>
              <a:highlight>
                <a:srgbClr val="F9F9F9"/>
              </a:highlight>
              <a:latin typeface="Roboto"/>
              <a:ea typeface="Roboto"/>
              <a:cs typeface="Roboto"/>
              <a:sym typeface="Roboto"/>
            </a:endParaRPr>
          </a:p>
          <a:p>
            <a:pPr indent="-307975" lvl="1" marL="914400" rtl="0" algn="l">
              <a:lnSpc>
                <a:spcPct val="115000"/>
              </a:lnSpc>
              <a:spcBef>
                <a:spcPts val="0"/>
              </a:spcBef>
              <a:spcAft>
                <a:spcPts val="0"/>
              </a:spcAft>
              <a:buClr>
                <a:srgbClr val="101010"/>
              </a:buClr>
              <a:buSzPts val="1250"/>
              <a:buFont typeface="Roboto"/>
              <a:buChar char="●"/>
            </a:pPr>
            <a:r>
              <a:rPr b="1" lang="en-US" sz="1250">
                <a:solidFill>
                  <a:srgbClr val="101010"/>
                </a:solidFill>
                <a:highlight>
                  <a:srgbClr val="F9F9F9"/>
                </a:highlight>
                <a:latin typeface="Roboto"/>
                <a:ea typeface="Roboto"/>
                <a:cs typeface="Roboto"/>
                <a:sym typeface="Roboto"/>
              </a:rPr>
              <a:t>Data Cleaning &amp; Quality Assessment:</a:t>
            </a:r>
            <a:r>
              <a:rPr lang="en-US" sz="1250">
                <a:solidFill>
                  <a:srgbClr val="101010"/>
                </a:solidFill>
                <a:highlight>
                  <a:srgbClr val="F9F9F9"/>
                </a:highlight>
                <a:latin typeface="Roboto"/>
                <a:ea typeface="Roboto"/>
                <a:cs typeface="Roboto"/>
                <a:sym typeface="Roboto"/>
              </a:rPr>
              <a:t> Detection and median imputation of missing values, duplicate removal, and numerical validation checks.</a:t>
            </a:r>
            <a:endParaRPr sz="1250">
              <a:solidFill>
                <a:srgbClr val="101010"/>
              </a:solidFill>
              <a:highlight>
                <a:srgbClr val="F9F9F9"/>
              </a:highlight>
              <a:latin typeface="Roboto"/>
              <a:ea typeface="Roboto"/>
              <a:cs typeface="Roboto"/>
              <a:sym typeface="Roboto"/>
            </a:endParaRPr>
          </a:p>
          <a:p>
            <a:pPr indent="-307975" lvl="1" marL="914400" rtl="0" algn="l">
              <a:lnSpc>
                <a:spcPct val="115000"/>
              </a:lnSpc>
              <a:spcBef>
                <a:spcPts val="0"/>
              </a:spcBef>
              <a:spcAft>
                <a:spcPts val="0"/>
              </a:spcAft>
              <a:buClr>
                <a:srgbClr val="101010"/>
              </a:buClr>
              <a:buSzPts val="1250"/>
              <a:buFont typeface="Roboto"/>
              <a:buChar char="●"/>
            </a:pPr>
            <a:r>
              <a:rPr b="1" lang="en-US" sz="1250">
                <a:solidFill>
                  <a:srgbClr val="101010"/>
                </a:solidFill>
                <a:highlight>
                  <a:srgbClr val="F9F9F9"/>
                </a:highlight>
                <a:latin typeface="Roboto"/>
                <a:ea typeface="Roboto"/>
                <a:cs typeface="Roboto"/>
                <a:sym typeface="Roboto"/>
              </a:rPr>
              <a:t>Statistical &amp; Exploratory Analysis:</a:t>
            </a:r>
            <a:r>
              <a:rPr lang="en-US" sz="1250">
                <a:solidFill>
                  <a:srgbClr val="101010"/>
                </a:solidFill>
                <a:highlight>
                  <a:srgbClr val="F9F9F9"/>
                </a:highlight>
                <a:latin typeface="Roboto"/>
                <a:ea typeface="Roboto"/>
                <a:cs typeface="Roboto"/>
                <a:sym typeface="Roboto"/>
              </a:rPr>
              <a:t> Calculation of mean, median, standard deviation, IQR, and skewness across Kharif, Rabi, and Zaid.</a:t>
            </a:r>
            <a:endParaRPr sz="1250">
              <a:solidFill>
                <a:srgbClr val="101010"/>
              </a:solidFill>
              <a:highlight>
                <a:srgbClr val="F9F9F9"/>
              </a:highlight>
              <a:latin typeface="Roboto"/>
              <a:ea typeface="Roboto"/>
              <a:cs typeface="Roboto"/>
              <a:sym typeface="Roboto"/>
            </a:endParaRPr>
          </a:p>
          <a:p>
            <a:pPr indent="-307975" lvl="1" marL="914400" rtl="0" algn="l">
              <a:lnSpc>
                <a:spcPct val="115000"/>
              </a:lnSpc>
              <a:spcBef>
                <a:spcPts val="0"/>
              </a:spcBef>
              <a:spcAft>
                <a:spcPts val="0"/>
              </a:spcAft>
              <a:buClr>
                <a:srgbClr val="101010"/>
              </a:buClr>
              <a:buSzPts val="1250"/>
              <a:buFont typeface="Roboto"/>
              <a:buChar char="●"/>
            </a:pPr>
            <a:r>
              <a:rPr b="1" lang="en-US" sz="1250">
                <a:solidFill>
                  <a:srgbClr val="101010"/>
                </a:solidFill>
                <a:highlight>
                  <a:srgbClr val="F9F9F9"/>
                </a:highlight>
                <a:latin typeface="Roboto"/>
                <a:ea typeface="Roboto"/>
                <a:cs typeface="Roboto"/>
                <a:sym typeface="Roboto"/>
              </a:rPr>
              <a:t>Outlier &amp; Anomaly Detection:</a:t>
            </a:r>
            <a:r>
              <a:rPr lang="en-US" sz="1250">
                <a:solidFill>
                  <a:srgbClr val="101010"/>
                </a:solidFill>
                <a:highlight>
                  <a:srgbClr val="F9F9F9"/>
                </a:highlight>
                <a:latin typeface="Roboto"/>
                <a:ea typeface="Roboto"/>
                <a:cs typeface="Roboto"/>
                <a:sym typeface="Roboto"/>
              </a:rPr>
              <a:t> IQR-based lower/upper bound calculations and boxplot analyses to identify high-cost/low-yield farm anomalies.</a:t>
            </a:r>
            <a:endParaRPr sz="1250">
              <a:solidFill>
                <a:srgbClr val="101010"/>
              </a:solidFill>
              <a:highlight>
                <a:srgbClr val="F9F9F9"/>
              </a:highlight>
              <a:latin typeface="Roboto"/>
              <a:ea typeface="Roboto"/>
              <a:cs typeface="Roboto"/>
              <a:sym typeface="Roboto"/>
            </a:endParaRPr>
          </a:p>
          <a:p>
            <a:pPr indent="-307975" lvl="1" marL="914400" rtl="0" algn="l">
              <a:lnSpc>
                <a:spcPct val="115000"/>
              </a:lnSpc>
              <a:spcBef>
                <a:spcPts val="0"/>
              </a:spcBef>
              <a:spcAft>
                <a:spcPts val="0"/>
              </a:spcAft>
              <a:buClr>
                <a:srgbClr val="101010"/>
              </a:buClr>
              <a:buSzPts val="1250"/>
              <a:buFont typeface="Roboto"/>
              <a:buChar char="●"/>
            </a:pPr>
            <a:r>
              <a:rPr b="1" lang="en-US" sz="1250">
                <a:solidFill>
                  <a:srgbClr val="101010"/>
                </a:solidFill>
                <a:highlight>
                  <a:srgbClr val="F9F9F9"/>
                </a:highlight>
                <a:latin typeface="Roboto"/>
                <a:ea typeface="Roboto"/>
                <a:cs typeface="Roboto"/>
                <a:sym typeface="Roboto"/>
              </a:rPr>
              <a:t>Data Visualizations:</a:t>
            </a:r>
            <a:r>
              <a:rPr lang="en-US" sz="1250">
                <a:solidFill>
                  <a:srgbClr val="101010"/>
                </a:solidFill>
                <a:highlight>
                  <a:srgbClr val="F9F9F9"/>
                </a:highlight>
                <a:latin typeface="Roboto"/>
                <a:ea typeface="Roboto"/>
                <a:cs typeface="Roboto"/>
                <a:sym typeface="Roboto"/>
              </a:rPr>
              <a:t> High-impact pie charts, histograms with KDE, boxplots, correlation heatmaps, crop-season yield/profit matrices, and scatterplot</a:t>
            </a:r>
            <a:r>
              <a:rPr lang="en-US" sz="1250">
                <a:solidFill>
                  <a:srgbClr val="101010"/>
                </a:solidFill>
                <a:highlight>
                  <a:srgbClr val="F9F9F9"/>
                </a:highlight>
                <a:latin typeface="Roboto"/>
                <a:ea typeface="Roboto"/>
                <a:cs typeface="Roboto"/>
                <a:sym typeface="Roboto"/>
              </a:rPr>
              <a:t>s.</a:t>
            </a:r>
            <a:endParaRPr sz="1250">
              <a:solidFill>
                <a:srgbClr val="101010"/>
              </a:solidFill>
              <a:highlight>
                <a:srgbClr val="F9F9F9"/>
              </a:highlight>
              <a:latin typeface="Roboto"/>
              <a:ea typeface="Roboto"/>
              <a:cs typeface="Roboto"/>
              <a:sym typeface="Roboto"/>
            </a:endParaRPr>
          </a:p>
          <a:p>
            <a:pPr indent="0" lvl="0" marL="457200" rtl="0" algn="l">
              <a:lnSpc>
                <a:spcPct val="115000"/>
              </a:lnSpc>
              <a:spcBef>
                <a:spcPts val="1200"/>
              </a:spcBef>
              <a:spcAft>
                <a:spcPts val="600"/>
              </a:spcAft>
              <a:buNone/>
            </a:pPr>
            <a:r>
              <a:t/>
            </a:r>
            <a:endParaRPr sz="1250">
              <a:solidFill>
                <a:srgbClr val="101010"/>
              </a:solidFill>
              <a:highlight>
                <a:srgbClr val="F9F9F9"/>
              </a:highlight>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13"/>
                                        </p:tgtEl>
                                        <p:attrNameLst>
                                          <p:attrName>style.visibility</p:attrName>
                                        </p:attrNameLst>
                                      </p:cBhvr>
                                      <p:to>
                                        <p:strVal val="visible"/>
                                      </p:to>
                                    </p:set>
                                    <p:anim calcmode="lin" valueType="num">
                                      <p:cBhvr additive="base">
                                        <p:cTn dur="500"/>
                                        <p:tgtEl>
                                          <p:spTgt spid="213"/>
                                        </p:tgtEl>
                                        <p:attrNameLst>
                                          <p:attrName>ppt_w</p:attrName>
                                        </p:attrNameLst>
                                      </p:cBhvr>
                                      <p:tavLst>
                                        <p:tav fmla="" tm="0">
                                          <p:val>
                                            <p:strVal val="0"/>
                                          </p:val>
                                        </p:tav>
                                        <p:tav fmla="" tm="100000">
                                          <p:val>
                                            <p:strVal val="#ppt_w"/>
                                          </p:val>
                                        </p:tav>
                                      </p:tavLst>
                                    </p:anim>
                                    <p:anim calcmode="lin" valueType="num">
                                      <p:cBhvr additive="base">
                                        <p:cTn dur="500"/>
                                        <p:tgtEl>
                                          <p:spTgt spid="213"/>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26"/>
          <p:cNvSpPr txBox="1"/>
          <p:nvPr>
            <p:ph idx="1" type="body"/>
          </p:nvPr>
        </p:nvSpPr>
        <p:spPr>
          <a:xfrm>
            <a:off x="721359" y="1991360"/>
            <a:ext cx="7904481" cy="3990023"/>
          </a:xfrm>
          <a:prstGeom prst="rect">
            <a:avLst/>
          </a:prstGeom>
          <a:noFill/>
          <a:ln>
            <a:noFill/>
          </a:ln>
        </p:spPr>
        <p:txBody>
          <a:bodyPr anchorCtr="0" anchor="t" bIns="45700" lIns="91425" spcFirstLastPara="1" rIns="91425" wrap="square" tIns="45700">
            <a:normAutofit/>
          </a:bodyPr>
          <a:lstStyle/>
          <a:p>
            <a:pPr indent="-228600" lvl="0" marL="228600" rtl="0" algn="just">
              <a:lnSpc>
                <a:spcPct val="150000"/>
              </a:lnSpc>
              <a:spcBef>
                <a:spcPts val="0"/>
              </a:spcBef>
              <a:spcAft>
                <a:spcPts val="0"/>
              </a:spcAft>
              <a:buSzPts val="1760"/>
              <a:buFont typeface="Arial"/>
              <a:buChar char="•"/>
            </a:pPr>
            <a:r>
              <a:rPr b="0" i="0" lang="en-US" sz="2200">
                <a:solidFill>
                  <a:srgbClr val="1F2A3C"/>
                </a:solidFill>
                <a:latin typeface="Calibri"/>
                <a:ea typeface="Calibri"/>
                <a:cs typeface="Calibri"/>
                <a:sym typeface="Calibri"/>
              </a:rPr>
              <a:t>Farmers deciding which crops to grow in which season</a:t>
            </a:r>
            <a:endParaRPr sz="3600"/>
          </a:p>
          <a:p>
            <a:pPr indent="-228600" lvl="0" marL="228600" rtl="0" algn="l">
              <a:spcBef>
                <a:spcPts val="2600"/>
              </a:spcBef>
              <a:spcAft>
                <a:spcPts val="0"/>
              </a:spcAft>
              <a:buSzPts val="1760"/>
              <a:buFont typeface="Arial"/>
              <a:buChar char="•"/>
            </a:pPr>
            <a:r>
              <a:rPr b="0" i="0" lang="en-US" sz="2200">
                <a:solidFill>
                  <a:srgbClr val="1F2A3C"/>
                </a:solidFill>
                <a:latin typeface="Calibri"/>
                <a:ea typeface="Calibri"/>
                <a:cs typeface="Calibri"/>
                <a:sym typeface="Calibri"/>
              </a:rPr>
              <a:t>Agricultural policymakers and government agriculture departments, for seasonal planning support</a:t>
            </a:r>
            <a:endParaRPr/>
          </a:p>
          <a:p>
            <a:pPr indent="-228600" lvl="0" marL="228600" rtl="0" algn="l">
              <a:spcBef>
                <a:spcPts val="2600"/>
              </a:spcBef>
              <a:spcAft>
                <a:spcPts val="0"/>
              </a:spcAft>
              <a:buSzPts val="1760"/>
              <a:buFont typeface="Arial"/>
              <a:buChar char="•"/>
            </a:pPr>
            <a:r>
              <a:rPr b="0" i="0" lang="en-US" sz="2200">
                <a:solidFill>
                  <a:srgbClr val="1F2A3C"/>
                </a:solidFill>
                <a:latin typeface="Calibri"/>
                <a:ea typeface="Calibri"/>
                <a:cs typeface="Calibri"/>
                <a:sym typeface="Calibri"/>
              </a:rPr>
              <a:t>Agri-fintech and crop insurance companies, for seasonal risk assessment</a:t>
            </a:r>
            <a:endParaRPr/>
          </a:p>
          <a:p>
            <a:pPr indent="-228600" lvl="0" marL="228600" rtl="0" algn="l">
              <a:spcBef>
                <a:spcPts val="2600"/>
              </a:spcBef>
              <a:spcAft>
                <a:spcPts val="0"/>
              </a:spcAft>
              <a:buSzPts val="1760"/>
              <a:buFont typeface="Arial"/>
              <a:buChar char="•"/>
            </a:pPr>
            <a:r>
              <a:rPr b="0" i="0" lang="en-US" sz="2200">
                <a:solidFill>
                  <a:srgbClr val="1F2A3C"/>
                </a:solidFill>
                <a:latin typeface="Calibri"/>
                <a:ea typeface="Calibri"/>
                <a:cs typeface="Calibri"/>
                <a:sym typeface="Calibri"/>
              </a:rPr>
              <a:t>Agronomists and researchers studying seasonal performance patterns</a:t>
            </a:r>
            <a:endParaRPr/>
          </a:p>
          <a:p>
            <a:pPr indent="-228600" lvl="0" marL="228600" rtl="0" algn="l">
              <a:spcBef>
                <a:spcPts val="2600"/>
              </a:spcBef>
              <a:spcAft>
                <a:spcPts val="0"/>
              </a:spcAft>
              <a:buSzPts val="1760"/>
              <a:buFont typeface="Arial"/>
              <a:buChar char="•"/>
            </a:pPr>
            <a:r>
              <a:rPr b="0" i="0" lang="en-US" sz="2200">
                <a:solidFill>
                  <a:srgbClr val="1F2A3C"/>
                </a:solidFill>
                <a:latin typeface="Calibri"/>
                <a:ea typeface="Calibri"/>
                <a:cs typeface="Calibri"/>
                <a:sym typeface="Calibri"/>
              </a:rPr>
              <a:t>Agri-business and supply chain planners forecasting seasonal production</a:t>
            </a:r>
            <a:endParaRPr/>
          </a:p>
        </p:txBody>
      </p:sp>
      <p:sp>
        <p:nvSpPr>
          <p:cNvPr id="222" name="Google Shape;222;p26"/>
          <p:cNvSpPr txBox="1"/>
          <p:nvPr>
            <p:ph type="title"/>
          </p:nvPr>
        </p:nvSpPr>
        <p:spPr>
          <a:xfrm>
            <a:off x="620008" y="876617"/>
            <a:ext cx="10046070" cy="802641"/>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3200"/>
              <a:buFont typeface="Trebuchet MS"/>
              <a:buNone/>
            </a:pPr>
            <a:r>
              <a:rPr lang="en-US" sz="3200"/>
              <a:t>WHO ARE THE END USERS?</a:t>
            </a:r>
            <a:endParaRPr sz="2000"/>
          </a:p>
        </p:txBody>
      </p:sp>
      <p:pic>
        <p:nvPicPr>
          <p:cNvPr id="223" name="Google Shape;223;p26"/>
          <p:cNvPicPr preferRelativeResize="0"/>
          <p:nvPr/>
        </p:nvPicPr>
        <p:blipFill rotWithShape="1">
          <a:blip r:embed="rId3">
            <a:alphaModFix/>
          </a:blip>
          <a:srcRect b="0" l="0" r="0" t="0"/>
          <a:stretch/>
        </p:blipFill>
        <p:spPr>
          <a:xfrm>
            <a:off x="721359" y="6176804"/>
            <a:ext cx="2181225" cy="4857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22"/>
                                        </p:tgtEl>
                                        <p:attrNameLst>
                                          <p:attrName>style.visibility</p:attrName>
                                        </p:attrNameLst>
                                      </p:cBhvr>
                                      <p:to>
                                        <p:strVal val="visible"/>
                                      </p:to>
                                    </p:set>
                                    <p:anim calcmode="lin" valueType="num">
                                      <p:cBhvr additive="base">
                                        <p:cTn dur="500"/>
                                        <p:tgtEl>
                                          <p:spTgt spid="222"/>
                                        </p:tgtEl>
                                        <p:attrNameLst>
                                          <p:attrName>ppt_w</p:attrName>
                                        </p:attrNameLst>
                                      </p:cBhvr>
                                      <p:tavLst>
                                        <p:tav fmla="" tm="0">
                                          <p:val>
                                            <p:strVal val="0"/>
                                          </p:val>
                                        </p:tav>
                                        <p:tav fmla="" tm="100000">
                                          <p:val>
                                            <p:strVal val="#ppt_w"/>
                                          </p:val>
                                        </p:tav>
                                      </p:tavLst>
                                    </p:anim>
                                    <p:anim calcmode="lin" valueType="num">
                                      <p:cBhvr additive="base">
                                        <p:cTn dur="500"/>
                                        <p:tgtEl>
                                          <p:spTgt spid="222"/>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1">
                                            <p:txEl>
                                              <p:pRg end="0" st="0"/>
                                            </p:txEl>
                                          </p:spTgt>
                                        </p:tgtEl>
                                        <p:attrNameLst>
                                          <p:attrName>style.visibility</p:attrName>
                                        </p:attrNameLst>
                                      </p:cBhvr>
                                      <p:to>
                                        <p:strVal val="visible"/>
                                      </p:to>
                                    </p:set>
                                    <p:animEffect filter="fade" transition="in">
                                      <p:cBhvr>
                                        <p:cTn dur="1000"/>
                                        <p:tgtEl>
                                          <p:spTgt spid="22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1">
                                            <p:txEl>
                                              <p:pRg end="1" st="1"/>
                                            </p:txEl>
                                          </p:spTgt>
                                        </p:tgtEl>
                                        <p:attrNameLst>
                                          <p:attrName>style.visibility</p:attrName>
                                        </p:attrNameLst>
                                      </p:cBhvr>
                                      <p:to>
                                        <p:strVal val="visible"/>
                                      </p:to>
                                    </p:set>
                                    <p:animEffect filter="fade" transition="in">
                                      <p:cBhvr>
                                        <p:cTn dur="1000"/>
                                        <p:tgtEl>
                                          <p:spTgt spid="22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1">
                                            <p:txEl>
                                              <p:pRg end="2" st="2"/>
                                            </p:txEl>
                                          </p:spTgt>
                                        </p:tgtEl>
                                        <p:attrNameLst>
                                          <p:attrName>style.visibility</p:attrName>
                                        </p:attrNameLst>
                                      </p:cBhvr>
                                      <p:to>
                                        <p:strVal val="visible"/>
                                      </p:to>
                                    </p:set>
                                    <p:animEffect filter="fade" transition="in">
                                      <p:cBhvr>
                                        <p:cTn dur="1000"/>
                                        <p:tgtEl>
                                          <p:spTgt spid="22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1">
                                            <p:txEl>
                                              <p:pRg end="3" st="3"/>
                                            </p:txEl>
                                          </p:spTgt>
                                        </p:tgtEl>
                                        <p:attrNameLst>
                                          <p:attrName>style.visibility</p:attrName>
                                        </p:attrNameLst>
                                      </p:cBhvr>
                                      <p:to>
                                        <p:strVal val="visible"/>
                                      </p:to>
                                    </p:set>
                                    <p:animEffect filter="fade" transition="in">
                                      <p:cBhvr>
                                        <p:cTn dur="1000"/>
                                        <p:tgtEl>
                                          <p:spTgt spid="22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1">
                                            <p:txEl>
                                              <p:pRg end="4" st="4"/>
                                            </p:txEl>
                                          </p:spTgt>
                                        </p:tgtEl>
                                        <p:attrNameLst>
                                          <p:attrName>style.visibility</p:attrName>
                                        </p:attrNameLst>
                                      </p:cBhvr>
                                      <p:to>
                                        <p:strVal val="visible"/>
                                      </p:to>
                                    </p:set>
                                    <p:animEffect filter="fade" transition="in">
                                      <p:cBhvr>
                                        <p:cTn dur="1000"/>
                                        <p:tgtEl>
                                          <p:spTgt spid="221">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228" name="Shape 228"/>
        <p:cNvGrpSpPr/>
        <p:nvPr/>
      </p:nvGrpSpPr>
      <p:grpSpPr>
        <a:xfrm>
          <a:off x="0" y="0"/>
          <a:ext cx="0" cy="0"/>
          <a:chOff x="0" y="0"/>
          <a:chExt cx="0" cy="0"/>
        </a:xfrm>
      </p:grpSpPr>
      <p:pic>
        <p:nvPicPr>
          <p:cNvPr id="229" name="Google Shape;229;p27"/>
          <p:cNvPicPr preferRelativeResize="0"/>
          <p:nvPr/>
        </p:nvPicPr>
        <p:blipFill rotWithShape="1">
          <a:blip r:embed="rId3">
            <a:alphaModFix/>
          </a:blip>
          <a:srcRect b="0" l="0" r="0" t="0"/>
          <a:stretch/>
        </p:blipFill>
        <p:spPr>
          <a:xfrm>
            <a:off x="467359" y="6410461"/>
            <a:ext cx="3706253" cy="296092"/>
          </a:xfrm>
          <a:prstGeom prst="rect">
            <a:avLst/>
          </a:prstGeom>
          <a:noFill/>
          <a:ln>
            <a:noFill/>
          </a:ln>
        </p:spPr>
      </p:pic>
      <p:pic>
        <p:nvPicPr>
          <p:cNvPr id="230" name="Google Shape;230;p27"/>
          <p:cNvPicPr preferRelativeResize="0"/>
          <p:nvPr/>
        </p:nvPicPr>
        <p:blipFill rotWithShape="1">
          <a:blip r:embed="rId4">
            <a:alphaModFix/>
          </a:blip>
          <a:srcRect b="0" l="0" r="0" t="0"/>
          <a:stretch/>
        </p:blipFill>
        <p:spPr>
          <a:xfrm flipH="1">
            <a:off x="50800" y="4361965"/>
            <a:ext cx="1416304" cy="2468219"/>
          </a:xfrm>
          <a:prstGeom prst="rect">
            <a:avLst/>
          </a:prstGeom>
          <a:noFill/>
          <a:ln>
            <a:noFill/>
          </a:ln>
        </p:spPr>
      </p:pic>
      <p:sp>
        <p:nvSpPr>
          <p:cNvPr id="231" name="Google Shape;231;p27"/>
          <p:cNvSpPr txBox="1"/>
          <p:nvPr>
            <p:ph idx="1" type="body"/>
          </p:nvPr>
        </p:nvSpPr>
        <p:spPr>
          <a:xfrm>
            <a:off x="390618" y="1300000"/>
            <a:ext cx="9027702" cy="5243448"/>
          </a:xfrm>
          <a:prstGeom prst="rect">
            <a:avLst/>
          </a:prstGeom>
          <a:noFill/>
          <a:ln>
            <a:noFill/>
          </a:ln>
        </p:spPr>
        <p:txBody>
          <a:bodyPr anchorCtr="0" anchor="t" bIns="45700" lIns="91425" spcFirstLastPara="1" rIns="91425" wrap="square" tIns="45700">
            <a:normAutofit/>
          </a:bodyPr>
          <a:lstStyle/>
          <a:p>
            <a:pPr indent="-228600" lvl="0" marL="342900" rtl="0" algn="l">
              <a:lnSpc>
                <a:spcPct val="150000"/>
              </a:lnSpc>
              <a:spcBef>
                <a:spcPts val="0"/>
              </a:spcBef>
              <a:spcAft>
                <a:spcPts val="0"/>
              </a:spcAft>
              <a:buSzPts val="1360"/>
              <a:buFont typeface="Arial"/>
              <a:buChar char="•"/>
            </a:pPr>
            <a:r>
              <a:rPr b="0" i="0" lang="en-US" sz="1700">
                <a:solidFill>
                  <a:srgbClr val="1F2A3C"/>
                </a:solidFill>
                <a:latin typeface="Calibri"/>
                <a:ea typeface="Calibri"/>
                <a:cs typeface="Calibri"/>
                <a:sym typeface="Calibri"/>
              </a:rPr>
              <a:t>Python — core programming language for the analysis</a:t>
            </a:r>
            <a:endParaRPr/>
          </a:p>
          <a:p>
            <a:pPr indent="-228600" lvl="0" marL="342900" rtl="0" algn="l">
              <a:lnSpc>
                <a:spcPct val="150000"/>
              </a:lnSpc>
              <a:spcBef>
                <a:spcPts val="1600"/>
              </a:spcBef>
              <a:spcAft>
                <a:spcPts val="0"/>
              </a:spcAft>
              <a:buSzPts val="1360"/>
              <a:buFont typeface="Arial"/>
              <a:buChar char="•"/>
            </a:pPr>
            <a:r>
              <a:rPr b="0" i="0" lang="en-US" sz="1700">
                <a:solidFill>
                  <a:srgbClr val="1F2A3C"/>
                </a:solidFill>
                <a:latin typeface="Calibri"/>
                <a:ea typeface="Calibri"/>
                <a:cs typeface="Calibri"/>
                <a:sym typeface="Calibri"/>
              </a:rPr>
              <a:t>Pandas, NumPy — data cleaning and manipulation</a:t>
            </a:r>
            <a:endParaRPr/>
          </a:p>
          <a:p>
            <a:pPr indent="-228600" lvl="0" marL="342900" rtl="0" algn="l">
              <a:lnSpc>
                <a:spcPct val="150000"/>
              </a:lnSpc>
              <a:spcBef>
                <a:spcPts val="1600"/>
              </a:spcBef>
              <a:spcAft>
                <a:spcPts val="0"/>
              </a:spcAft>
              <a:buSzPts val="1360"/>
              <a:buFont typeface="Arial"/>
              <a:buChar char="•"/>
            </a:pPr>
            <a:r>
              <a:rPr b="0" i="0" lang="en-US" sz="1700">
                <a:solidFill>
                  <a:srgbClr val="1F2A3C"/>
                </a:solidFill>
                <a:latin typeface="Calibri"/>
                <a:ea typeface="Calibri"/>
                <a:cs typeface="Calibri"/>
                <a:sym typeface="Calibri"/>
              </a:rPr>
              <a:t>Matplotlib, Seaborn — data visualization</a:t>
            </a:r>
            <a:endParaRPr/>
          </a:p>
          <a:p>
            <a:pPr indent="-228600" lvl="0" marL="342900" rtl="0" algn="l">
              <a:lnSpc>
                <a:spcPct val="150000"/>
              </a:lnSpc>
              <a:spcBef>
                <a:spcPts val="1600"/>
              </a:spcBef>
              <a:spcAft>
                <a:spcPts val="0"/>
              </a:spcAft>
              <a:buSzPts val="1360"/>
              <a:buFont typeface="Arial"/>
              <a:buChar char="•"/>
            </a:pPr>
            <a:r>
              <a:rPr b="0" i="0" lang="en-US" sz="1700">
                <a:solidFill>
                  <a:srgbClr val="1F2A3C"/>
                </a:solidFill>
                <a:latin typeface="Calibri"/>
                <a:ea typeface="Calibri"/>
                <a:cs typeface="Calibri"/>
                <a:sym typeface="Calibri"/>
              </a:rPr>
              <a:t>SciPy (stats module) — one-way ANOVA statistical testing</a:t>
            </a:r>
            <a:endParaRPr/>
          </a:p>
          <a:p>
            <a:pPr indent="-228600" lvl="0" marL="342900" rtl="0" algn="l">
              <a:lnSpc>
                <a:spcPct val="150000"/>
              </a:lnSpc>
              <a:spcBef>
                <a:spcPts val="1600"/>
              </a:spcBef>
              <a:spcAft>
                <a:spcPts val="0"/>
              </a:spcAft>
              <a:buSzPts val="1360"/>
              <a:buFont typeface="Arial"/>
              <a:buChar char="•"/>
            </a:pPr>
            <a:r>
              <a:rPr b="0" i="0" lang="en-US" sz="1700">
                <a:solidFill>
                  <a:srgbClr val="1F2A3C"/>
                </a:solidFill>
                <a:latin typeface="Calibri"/>
                <a:ea typeface="Calibri"/>
                <a:cs typeface="Calibri"/>
                <a:sym typeface="Calibri"/>
              </a:rPr>
              <a:t>Jupyter Notebook — documentation and analysis environment</a:t>
            </a:r>
            <a:endParaRPr/>
          </a:p>
        </p:txBody>
      </p:sp>
      <p:sp>
        <p:nvSpPr>
          <p:cNvPr id="232" name="Google Shape;232;p27"/>
          <p:cNvSpPr txBox="1"/>
          <p:nvPr>
            <p:ph type="title"/>
          </p:nvPr>
        </p:nvSpPr>
        <p:spPr>
          <a:xfrm>
            <a:off x="660399" y="430567"/>
            <a:ext cx="5306291" cy="847817"/>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4800"/>
              <a:buFont typeface="Trebuchet MS"/>
              <a:buNone/>
            </a:pPr>
            <a:r>
              <a:rPr lang="en-US"/>
              <a:t>Technology Used</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32"/>
                                        </p:tgtEl>
                                        <p:attrNameLst>
                                          <p:attrName>style.visibility</p:attrName>
                                        </p:attrNameLst>
                                      </p:cBhvr>
                                      <p:to>
                                        <p:strVal val="visible"/>
                                      </p:to>
                                    </p:set>
                                    <p:anim calcmode="lin" valueType="num">
                                      <p:cBhvr additive="base">
                                        <p:cTn dur="500"/>
                                        <p:tgtEl>
                                          <p:spTgt spid="232"/>
                                        </p:tgtEl>
                                        <p:attrNameLst>
                                          <p:attrName>ppt_w</p:attrName>
                                        </p:attrNameLst>
                                      </p:cBhvr>
                                      <p:tavLst>
                                        <p:tav fmla="" tm="0">
                                          <p:val>
                                            <p:strVal val="0"/>
                                          </p:val>
                                        </p:tav>
                                        <p:tav fmla="" tm="100000">
                                          <p:val>
                                            <p:strVal val="#ppt_w"/>
                                          </p:val>
                                        </p:tav>
                                      </p:tavLst>
                                    </p:anim>
                                    <p:anim calcmode="lin" valueType="num">
                                      <p:cBhvr additive="base">
                                        <p:cTn dur="500"/>
                                        <p:tgtEl>
                                          <p:spTgt spid="232"/>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1">
                                            <p:txEl>
                                              <p:pRg end="0" st="0"/>
                                            </p:txEl>
                                          </p:spTgt>
                                        </p:tgtEl>
                                        <p:attrNameLst>
                                          <p:attrName>style.visibility</p:attrName>
                                        </p:attrNameLst>
                                      </p:cBhvr>
                                      <p:to>
                                        <p:strVal val="visible"/>
                                      </p:to>
                                    </p:set>
                                    <p:animEffect filter="fade" transition="in">
                                      <p:cBhvr>
                                        <p:cTn dur="1000"/>
                                        <p:tgtEl>
                                          <p:spTgt spid="23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1">
                                            <p:txEl>
                                              <p:pRg end="1" st="1"/>
                                            </p:txEl>
                                          </p:spTgt>
                                        </p:tgtEl>
                                        <p:attrNameLst>
                                          <p:attrName>style.visibility</p:attrName>
                                        </p:attrNameLst>
                                      </p:cBhvr>
                                      <p:to>
                                        <p:strVal val="visible"/>
                                      </p:to>
                                    </p:set>
                                    <p:animEffect filter="fade" transition="in">
                                      <p:cBhvr>
                                        <p:cTn dur="1000"/>
                                        <p:tgtEl>
                                          <p:spTgt spid="23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1">
                                            <p:txEl>
                                              <p:pRg end="2" st="2"/>
                                            </p:txEl>
                                          </p:spTgt>
                                        </p:tgtEl>
                                        <p:attrNameLst>
                                          <p:attrName>style.visibility</p:attrName>
                                        </p:attrNameLst>
                                      </p:cBhvr>
                                      <p:to>
                                        <p:strVal val="visible"/>
                                      </p:to>
                                    </p:set>
                                    <p:animEffect filter="fade" transition="in">
                                      <p:cBhvr>
                                        <p:cTn dur="1000"/>
                                        <p:tgtEl>
                                          <p:spTgt spid="23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1">
                                            <p:txEl>
                                              <p:pRg end="3" st="3"/>
                                            </p:txEl>
                                          </p:spTgt>
                                        </p:tgtEl>
                                        <p:attrNameLst>
                                          <p:attrName>style.visibility</p:attrName>
                                        </p:attrNameLst>
                                      </p:cBhvr>
                                      <p:to>
                                        <p:strVal val="visible"/>
                                      </p:to>
                                    </p:set>
                                    <p:animEffect filter="fade" transition="in">
                                      <p:cBhvr>
                                        <p:cTn dur="1000"/>
                                        <p:tgtEl>
                                          <p:spTgt spid="23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1">
                                            <p:txEl>
                                              <p:pRg end="4" st="4"/>
                                            </p:txEl>
                                          </p:spTgt>
                                        </p:tgtEl>
                                        <p:attrNameLst>
                                          <p:attrName>style.visibility</p:attrName>
                                        </p:attrNameLst>
                                      </p:cBhvr>
                                      <p:to>
                                        <p:strVal val="visible"/>
                                      </p:to>
                                    </p:set>
                                    <p:animEffect filter="fade" transition="in">
                                      <p:cBhvr>
                                        <p:cTn dur="1000"/>
                                        <p:tgtEl>
                                          <p:spTgt spid="231">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pic>
        <p:nvPicPr>
          <p:cNvPr id="237" name="Google Shape;237;p28"/>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sp>
        <p:nvSpPr>
          <p:cNvPr id="238" name="Google Shape;238;p28"/>
          <p:cNvSpPr txBox="1"/>
          <p:nvPr>
            <p:ph type="title"/>
          </p:nvPr>
        </p:nvSpPr>
        <p:spPr>
          <a:xfrm>
            <a:off x="675957" y="370589"/>
            <a:ext cx="2981643" cy="830997"/>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4800"/>
              <a:buFont typeface="Trebuchet MS"/>
              <a:buNone/>
            </a:pPr>
            <a:r>
              <a:rPr lang="en-US"/>
              <a:t>RESULTS </a:t>
            </a:r>
            <a:endParaRPr/>
          </a:p>
        </p:txBody>
      </p:sp>
      <p:pic>
        <p:nvPicPr>
          <p:cNvPr id="239" name="Google Shape;239;p28"/>
          <p:cNvPicPr preferRelativeResize="0"/>
          <p:nvPr/>
        </p:nvPicPr>
        <p:blipFill>
          <a:blip r:embed="rId4">
            <a:alphaModFix/>
          </a:blip>
          <a:stretch>
            <a:fillRect/>
          </a:stretch>
        </p:blipFill>
        <p:spPr>
          <a:xfrm>
            <a:off x="1331900" y="1538948"/>
            <a:ext cx="8115502" cy="4831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38"/>
                                        </p:tgtEl>
                                        <p:attrNameLst>
                                          <p:attrName>style.visibility</p:attrName>
                                        </p:attrNameLst>
                                      </p:cBhvr>
                                      <p:to>
                                        <p:strVal val="visible"/>
                                      </p:to>
                                    </p:set>
                                    <p:anim calcmode="lin" valueType="num">
                                      <p:cBhvr additive="base">
                                        <p:cTn dur="500"/>
                                        <p:tgtEl>
                                          <p:spTgt spid="238"/>
                                        </p:tgtEl>
                                        <p:attrNameLst>
                                          <p:attrName>ppt_w</p:attrName>
                                        </p:attrNameLst>
                                      </p:cBhvr>
                                      <p:tavLst>
                                        <p:tav fmla="" tm="0">
                                          <p:val>
                                            <p:strVal val="0"/>
                                          </p:val>
                                        </p:tav>
                                        <p:tav fmla="" tm="100000">
                                          <p:val>
                                            <p:strVal val="#ppt_w"/>
                                          </p:val>
                                        </p:tav>
                                      </p:tavLst>
                                    </p:anim>
                                    <p:anim calcmode="lin" valueType="num">
                                      <p:cBhvr additive="base">
                                        <p:cTn dur="500"/>
                                        <p:tgtEl>
                                          <p:spTgt spid="238"/>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pic>
        <p:nvPicPr>
          <p:cNvPr id="244" name="Google Shape;244;p29"/>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sp>
        <p:nvSpPr>
          <p:cNvPr id="245" name="Google Shape;245;p29"/>
          <p:cNvSpPr txBox="1"/>
          <p:nvPr>
            <p:ph type="title"/>
          </p:nvPr>
        </p:nvSpPr>
        <p:spPr>
          <a:xfrm>
            <a:off x="675957" y="370589"/>
            <a:ext cx="2981643" cy="830997"/>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4800"/>
              <a:buFont typeface="Trebuchet MS"/>
              <a:buNone/>
            </a:pPr>
            <a:r>
              <a:rPr lang="en-US"/>
              <a:t>RESULTS </a:t>
            </a:r>
            <a:endParaRPr/>
          </a:p>
        </p:txBody>
      </p:sp>
      <p:pic>
        <p:nvPicPr>
          <p:cNvPr id="246" name="Google Shape;246;p29"/>
          <p:cNvPicPr preferRelativeResize="0"/>
          <p:nvPr/>
        </p:nvPicPr>
        <p:blipFill>
          <a:blip r:embed="rId4">
            <a:alphaModFix/>
          </a:blip>
          <a:stretch>
            <a:fillRect/>
          </a:stretch>
        </p:blipFill>
        <p:spPr>
          <a:xfrm>
            <a:off x="1600750" y="1371600"/>
            <a:ext cx="8290275" cy="51003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45"/>
                                        </p:tgtEl>
                                        <p:attrNameLst>
                                          <p:attrName>style.visibility</p:attrName>
                                        </p:attrNameLst>
                                      </p:cBhvr>
                                      <p:to>
                                        <p:strVal val="visible"/>
                                      </p:to>
                                    </p:set>
                                    <p:anim calcmode="lin" valueType="num">
                                      <p:cBhvr additive="base">
                                        <p:cTn dur="500"/>
                                        <p:tgtEl>
                                          <p:spTgt spid="245"/>
                                        </p:tgtEl>
                                        <p:attrNameLst>
                                          <p:attrName>ppt_w</p:attrName>
                                        </p:attrNameLst>
                                      </p:cBhvr>
                                      <p:tavLst>
                                        <p:tav fmla="" tm="0">
                                          <p:val>
                                            <p:strVal val="0"/>
                                          </p:val>
                                        </p:tav>
                                        <p:tav fmla="" tm="100000">
                                          <p:val>
                                            <p:strVal val="#ppt_w"/>
                                          </p:val>
                                        </p:tav>
                                      </p:tavLst>
                                    </p:anim>
                                    <p:anim calcmode="lin" valueType="num">
                                      <p:cBhvr additive="base">
                                        <p:cTn dur="500"/>
                                        <p:tgtEl>
                                          <p:spTgt spid="245"/>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pic>
        <p:nvPicPr>
          <p:cNvPr id="251" name="Google Shape;251;p30"/>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sp>
        <p:nvSpPr>
          <p:cNvPr id="252" name="Google Shape;252;p30"/>
          <p:cNvSpPr txBox="1"/>
          <p:nvPr>
            <p:ph type="title"/>
          </p:nvPr>
        </p:nvSpPr>
        <p:spPr>
          <a:xfrm>
            <a:off x="675957" y="370589"/>
            <a:ext cx="2981700" cy="8310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4800"/>
              <a:buFont typeface="Trebuchet MS"/>
              <a:buNone/>
            </a:pPr>
            <a:r>
              <a:rPr lang="en-US"/>
              <a:t>RESULTS </a:t>
            </a:r>
            <a:endParaRPr/>
          </a:p>
        </p:txBody>
      </p:sp>
      <p:sp>
        <p:nvSpPr>
          <p:cNvPr id="253" name="Google Shape;253;p30"/>
          <p:cNvSpPr txBox="1"/>
          <p:nvPr/>
        </p:nvSpPr>
        <p:spPr>
          <a:xfrm>
            <a:off x="307200" y="1275371"/>
            <a:ext cx="5786400" cy="519900"/>
          </a:xfrm>
          <a:prstGeom prst="rect">
            <a:avLst/>
          </a:prstGeom>
          <a:noFill/>
          <a:ln>
            <a:noFill/>
          </a:ln>
        </p:spPr>
        <p:txBody>
          <a:bodyPr anchorCtr="0" anchor="t" bIns="45700" lIns="0" spcFirstLastPara="1" rIns="0" wrap="square" tIns="45700">
            <a:normAutofit/>
          </a:bodyPr>
          <a:lstStyle/>
          <a:p>
            <a:pPr indent="0" lvl="0" marL="0" marR="0" rtl="0" algn="ctr">
              <a:spcBef>
                <a:spcPts val="0"/>
              </a:spcBef>
              <a:spcAft>
                <a:spcPts val="0"/>
              </a:spcAft>
              <a:buClr>
                <a:schemeClr val="accent1"/>
              </a:buClr>
              <a:buSzPts val="1040"/>
              <a:buFont typeface="Noto Sans Symbols"/>
              <a:buNone/>
            </a:pPr>
            <a:r>
              <a:t/>
            </a:r>
            <a:endParaRPr sz="2000">
              <a:solidFill>
                <a:schemeClr val="dk1"/>
              </a:solidFill>
              <a:latin typeface="Trebuchet MS"/>
              <a:ea typeface="Trebuchet MS"/>
              <a:cs typeface="Trebuchet MS"/>
              <a:sym typeface="Trebuchet MS"/>
            </a:endParaRPr>
          </a:p>
        </p:txBody>
      </p:sp>
      <p:sp>
        <p:nvSpPr>
          <p:cNvPr id="254" name="Google Shape;254;p30"/>
          <p:cNvSpPr txBox="1"/>
          <p:nvPr/>
        </p:nvSpPr>
        <p:spPr>
          <a:xfrm>
            <a:off x="6098400" y="1275371"/>
            <a:ext cx="5786400" cy="519900"/>
          </a:xfrm>
          <a:prstGeom prst="rect">
            <a:avLst/>
          </a:prstGeom>
          <a:noFill/>
          <a:ln>
            <a:noFill/>
          </a:ln>
        </p:spPr>
        <p:txBody>
          <a:bodyPr anchorCtr="0" anchor="t" bIns="45700" lIns="0" spcFirstLastPara="1" rIns="0" wrap="square" tIns="45700">
            <a:normAutofit/>
          </a:bodyPr>
          <a:lstStyle/>
          <a:p>
            <a:pPr indent="0" lvl="0" marL="0" marR="0" rtl="0" algn="ctr">
              <a:spcBef>
                <a:spcPts val="0"/>
              </a:spcBef>
              <a:spcAft>
                <a:spcPts val="0"/>
              </a:spcAft>
              <a:buClr>
                <a:schemeClr val="accent1"/>
              </a:buClr>
              <a:buSzPts val="1040"/>
              <a:buFont typeface="Noto Sans Symbols"/>
              <a:buNone/>
            </a:pPr>
            <a:r>
              <a:t/>
            </a:r>
            <a:endParaRPr sz="2000">
              <a:solidFill>
                <a:schemeClr val="dk1"/>
              </a:solidFill>
              <a:latin typeface="Trebuchet MS"/>
              <a:ea typeface="Trebuchet MS"/>
              <a:cs typeface="Trebuchet MS"/>
              <a:sym typeface="Trebuchet MS"/>
            </a:endParaRPr>
          </a:p>
        </p:txBody>
      </p:sp>
      <p:pic>
        <p:nvPicPr>
          <p:cNvPr id="255" name="Google Shape;255;p30"/>
          <p:cNvPicPr preferRelativeResize="0"/>
          <p:nvPr/>
        </p:nvPicPr>
        <p:blipFill>
          <a:blip r:embed="rId4">
            <a:alphaModFix/>
          </a:blip>
          <a:stretch>
            <a:fillRect/>
          </a:stretch>
        </p:blipFill>
        <p:spPr>
          <a:xfrm>
            <a:off x="1583925" y="1307500"/>
            <a:ext cx="7754400" cy="505852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52"/>
                                        </p:tgtEl>
                                        <p:attrNameLst>
                                          <p:attrName>style.visibility</p:attrName>
                                        </p:attrNameLst>
                                      </p:cBhvr>
                                      <p:to>
                                        <p:strVal val="visible"/>
                                      </p:to>
                                    </p:set>
                                    <p:anim calcmode="lin" valueType="num">
                                      <p:cBhvr additive="base">
                                        <p:cTn dur="500"/>
                                        <p:tgtEl>
                                          <p:spTgt spid="252"/>
                                        </p:tgtEl>
                                        <p:attrNameLst>
                                          <p:attrName>ppt_w</p:attrName>
                                        </p:attrNameLst>
                                      </p:cBhvr>
                                      <p:tavLst>
                                        <p:tav fmla="" tm="0">
                                          <p:val>
                                            <p:strVal val="0"/>
                                          </p:val>
                                        </p:tav>
                                        <p:tav fmla="" tm="100000">
                                          <p:val>
                                            <p:strVal val="#ppt_w"/>
                                          </p:val>
                                        </p:tav>
                                      </p:tavLst>
                                    </p:anim>
                                    <p:anim calcmode="lin" valueType="num">
                                      <p:cBhvr additive="base">
                                        <p:cTn dur="500"/>
                                        <p:tgtEl>
                                          <p:spTgt spid="252"/>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3"/>
                                        </p:tgtEl>
                                        <p:attrNameLst>
                                          <p:attrName>style.visibility</p:attrName>
                                        </p:attrNameLst>
                                      </p:cBhvr>
                                      <p:to>
                                        <p:strVal val="visible"/>
                                      </p:to>
                                    </p:set>
                                    <p:animEffect filter="fade" transition="in">
                                      <p:cBhvr>
                                        <p:cTn dur="1000"/>
                                        <p:tgtEl>
                                          <p:spTgt spid="25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4"/>
                                        </p:tgtEl>
                                        <p:attrNameLst>
                                          <p:attrName>style.visibility</p:attrName>
                                        </p:attrNameLst>
                                      </p:cBhvr>
                                      <p:to>
                                        <p:strVal val="visible"/>
                                      </p:to>
                                    </p:set>
                                    <p:animEffect filter="fade" transition="in">
                                      <p:cBhvr>
                                        <p:cTn dur="1000"/>
                                        <p:tgtEl>
                                          <p:spTgt spid="25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pic>
        <p:nvPicPr>
          <p:cNvPr id="260" name="Google Shape;260;p31"/>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sp>
        <p:nvSpPr>
          <p:cNvPr id="261" name="Google Shape;261;p31"/>
          <p:cNvSpPr txBox="1"/>
          <p:nvPr>
            <p:ph type="title"/>
          </p:nvPr>
        </p:nvSpPr>
        <p:spPr>
          <a:xfrm>
            <a:off x="675957" y="370589"/>
            <a:ext cx="2981643" cy="830997"/>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4800"/>
              <a:buFont typeface="Trebuchet MS"/>
              <a:buNone/>
            </a:pPr>
            <a:r>
              <a:rPr lang="en-US"/>
              <a:t>RESULTS </a:t>
            </a:r>
            <a:endParaRPr/>
          </a:p>
        </p:txBody>
      </p:sp>
      <p:pic>
        <p:nvPicPr>
          <p:cNvPr id="262" name="Google Shape;262;p31"/>
          <p:cNvPicPr preferRelativeResize="0"/>
          <p:nvPr/>
        </p:nvPicPr>
        <p:blipFill>
          <a:blip r:embed="rId4">
            <a:alphaModFix/>
          </a:blip>
          <a:stretch>
            <a:fillRect/>
          </a:stretch>
        </p:blipFill>
        <p:spPr>
          <a:xfrm>
            <a:off x="1700200" y="1531711"/>
            <a:ext cx="8791575" cy="46101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61"/>
                                        </p:tgtEl>
                                        <p:attrNameLst>
                                          <p:attrName>style.visibility</p:attrName>
                                        </p:attrNameLst>
                                      </p:cBhvr>
                                      <p:to>
                                        <p:strVal val="visible"/>
                                      </p:to>
                                    </p:set>
                                    <p:anim calcmode="lin" valueType="num">
                                      <p:cBhvr additive="base">
                                        <p:cTn dur="500"/>
                                        <p:tgtEl>
                                          <p:spTgt spid="261"/>
                                        </p:tgtEl>
                                        <p:attrNameLst>
                                          <p:attrName>ppt_w</p:attrName>
                                        </p:attrNameLst>
                                      </p:cBhvr>
                                      <p:tavLst>
                                        <p:tav fmla="" tm="0">
                                          <p:val>
                                            <p:strVal val="0"/>
                                          </p:val>
                                        </p:tav>
                                        <p:tav fmla="" tm="100000">
                                          <p:val>
                                            <p:strVal val="#ppt_w"/>
                                          </p:val>
                                        </p:tav>
                                      </p:tavLst>
                                    </p:anim>
                                    <p:anim calcmode="lin" valueType="num">
                                      <p:cBhvr additive="base">
                                        <p:cTn dur="500"/>
                                        <p:tgtEl>
                                          <p:spTgt spid="261"/>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pic>
        <p:nvPicPr>
          <p:cNvPr id="267" name="Google Shape;267;p32"/>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sp>
        <p:nvSpPr>
          <p:cNvPr id="268" name="Google Shape;268;p32"/>
          <p:cNvSpPr txBox="1"/>
          <p:nvPr>
            <p:ph type="title"/>
          </p:nvPr>
        </p:nvSpPr>
        <p:spPr>
          <a:xfrm>
            <a:off x="675957" y="370589"/>
            <a:ext cx="2981643" cy="830997"/>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4800"/>
              <a:buFont typeface="Trebuchet MS"/>
              <a:buNone/>
            </a:pPr>
            <a:r>
              <a:rPr lang="en-US"/>
              <a:t>RESULTS </a:t>
            </a:r>
            <a:endParaRPr/>
          </a:p>
        </p:txBody>
      </p:sp>
      <p:sp>
        <p:nvSpPr>
          <p:cNvPr id="269" name="Google Shape;269;p32"/>
          <p:cNvSpPr txBox="1"/>
          <p:nvPr/>
        </p:nvSpPr>
        <p:spPr>
          <a:xfrm>
            <a:off x="457200" y="6280000"/>
            <a:ext cx="11277600" cy="3000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200">
                <a:solidFill>
                  <a:srgbClr val="1F2A3C"/>
                </a:solidFill>
                <a:latin typeface="Trebuchet MS"/>
                <a:ea typeface="Trebuchet MS"/>
                <a:cs typeface="Trebuchet MS"/>
                <a:sym typeface="Trebuchet MS"/>
              </a:rPr>
              <a:t>One-way ANOVA: Profit differs significantly across seasons (p &lt; 0.001); the Yield difference is not statistically significant (p = 0.21)</a:t>
            </a:r>
            <a:endParaRPr/>
          </a:p>
        </p:txBody>
      </p:sp>
      <p:pic>
        <p:nvPicPr>
          <p:cNvPr id="270" name="Google Shape;270;p32"/>
          <p:cNvPicPr preferRelativeResize="0"/>
          <p:nvPr/>
        </p:nvPicPr>
        <p:blipFill>
          <a:blip r:embed="rId4">
            <a:alphaModFix/>
          </a:blip>
          <a:stretch>
            <a:fillRect/>
          </a:stretch>
        </p:blipFill>
        <p:spPr>
          <a:xfrm>
            <a:off x="1871125" y="1623586"/>
            <a:ext cx="8591550" cy="3857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68"/>
                                        </p:tgtEl>
                                        <p:attrNameLst>
                                          <p:attrName>style.visibility</p:attrName>
                                        </p:attrNameLst>
                                      </p:cBhvr>
                                      <p:to>
                                        <p:strVal val="visible"/>
                                      </p:to>
                                    </p:set>
                                    <p:anim calcmode="lin" valueType="num">
                                      <p:cBhvr additive="base">
                                        <p:cTn dur="500"/>
                                        <p:tgtEl>
                                          <p:spTgt spid="268"/>
                                        </p:tgtEl>
                                        <p:attrNameLst>
                                          <p:attrName>ppt_w</p:attrName>
                                        </p:attrNameLst>
                                      </p:cBhvr>
                                      <p:tavLst>
                                        <p:tav fmla="" tm="0">
                                          <p:val>
                                            <p:strVal val="0"/>
                                          </p:val>
                                        </p:tav>
                                        <p:tav fmla="" tm="100000">
                                          <p:val>
                                            <p:strVal val="#ppt_w"/>
                                          </p:val>
                                        </p:tav>
                                      </p:tavLst>
                                    </p:anim>
                                    <p:anim calcmode="lin" valueType="num">
                                      <p:cBhvr additive="base">
                                        <p:cTn dur="500"/>
                                        <p:tgtEl>
                                          <p:spTgt spid="268"/>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pic>
        <p:nvPicPr>
          <p:cNvPr id="275" name="Google Shape;275;p33"/>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sp>
        <p:nvSpPr>
          <p:cNvPr id="276" name="Google Shape;276;p33"/>
          <p:cNvSpPr txBox="1"/>
          <p:nvPr>
            <p:ph type="title"/>
          </p:nvPr>
        </p:nvSpPr>
        <p:spPr>
          <a:xfrm>
            <a:off x="675957" y="370589"/>
            <a:ext cx="4735798" cy="830997"/>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4000"/>
              <a:buFont typeface="Trebuchet MS"/>
              <a:buNone/>
            </a:pPr>
            <a:r>
              <a:rPr lang="en-US" sz="4000"/>
              <a:t>Future scope</a:t>
            </a:r>
            <a:endParaRPr/>
          </a:p>
        </p:txBody>
      </p:sp>
      <p:sp>
        <p:nvSpPr>
          <p:cNvPr id="277" name="Google Shape;277;p33"/>
          <p:cNvSpPr txBox="1"/>
          <p:nvPr/>
        </p:nvSpPr>
        <p:spPr>
          <a:xfrm>
            <a:off x="685800" y="1417320"/>
            <a:ext cx="10607100" cy="5724000"/>
          </a:xfrm>
          <a:prstGeom prst="rect">
            <a:avLst/>
          </a:prstGeom>
          <a:noFill/>
          <a:ln>
            <a:noFill/>
          </a:ln>
        </p:spPr>
        <p:txBody>
          <a:bodyPr anchorCtr="0" anchor="t" bIns="45700" lIns="91425" spcFirstLastPara="1" rIns="91425" wrap="square" tIns="45700">
            <a:spAutoFit/>
          </a:bodyPr>
          <a:lstStyle/>
          <a:p>
            <a:pPr indent="0" lvl="0" marL="0" rtl="0" algn="l">
              <a:lnSpc>
                <a:spcPct val="150000"/>
              </a:lnSpc>
              <a:spcBef>
                <a:spcPts val="0"/>
              </a:spcBef>
              <a:spcAft>
                <a:spcPts val="0"/>
              </a:spcAft>
              <a:buNone/>
            </a:pPr>
            <a:r>
              <a:rPr b="1" lang="en-US" sz="1500">
                <a:solidFill>
                  <a:srgbClr val="101010"/>
                </a:solidFill>
                <a:highlight>
                  <a:srgbClr val="F9F9F9"/>
                </a:highlight>
                <a:latin typeface="Roboto"/>
                <a:ea typeface="Roboto"/>
                <a:cs typeface="Roboto"/>
                <a:sym typeface="Roboto"/>
              </a:rPr>
              <a:t>1. Predictive Machine Learning (ML) Models</a:t>
            </a:r>
            <a:endParaRPr b="1" sz="1500">
              <a:solidFill>
                <a:srgbClr val="101010"/>
              </a:solidFill>
              <a:highlight>
                <a:srgbClr val="F9F9F9"/>
              </a:highlight>
              <a:latin typeface="Roboto"/>
              <a:ea typeface="Roboto"/>
              <a:cs typeface="Roboto"/>
              <a:sym typeface="Roboto"/>
            </a:endParaRPr>
          </a:p>
          <a:p>
            <a:pPr indent="-314325" lvl="0" marL="457200" rtl="0" algn="l">
              <a:lnSpc>
                <a:spcPct val="115000"/>
              </a:lnSpc>
              <a:spcBef>
                <a:spcPts val="600"/>
              </a:spcBef>
              <a:spcAft>
                <a:spcPts val="0"/>
              </a:spcAft>
              <a:buClr>
                <a:srgbClr val="101010"/>
              </a:buClr>
              <a:buSzPts val="1350"/>
              <a:buFont typeface="Roboto"/>
              <a:buChar char="●"/>
            </a:pPr>
            <a:r>
              <a:rPr b="1" lang="en-US" sz="1350">
                <a:solidFill>
                  <a:srgbClr val="101010"/>
                </a:solidFill>
                <a:highlight>
                  <a:srgbClr val="F9F9F9"/>
                </a:highlight>
                <a:latin typeface="Roboto"/>
                <a:ea typeface="Roboto"/>
                <a:cs typeface="Roboto"/>
                <a:sym typeface="Roboto"/>
              </a:rPr>
              <a:t>Crop Yield Prediction</a:t>
            </a:r>
            <a:r>
              <a:rPr lang="en-US" sz="1350">
                <a:solidFill>
                  <a:srgbClr val="101010"/>
                </a:solidFill>
                <a:highlight>
                  <a:srgbClr val="F9F9F9"/>
                </a:highlight>
                <a:latin typeface="Roboto"/>
                <a:ea typeface="Roboto"/>
                <a:cs typeface="Roboto"/>
                <a:sym typeface="Roboto"/>
              </a:rPr>
              <a:t>: Implement regression models (e.g., Random Forest, XGBoost, Ridge Regression) to predict farm yield (Tonnes/Ha) based on weather conditions and soil NPK levels.</a:t>
            </a:r>
            <a:endParaRPr sz="1350">
              <a:solidFill>
                <a:srgbClr val="101010"/>
              </a:solidFill>
              <a:highlight>
                <a:srgbClr val="F9F9F9"/>
              </a:highlight>
              <a:latin typeface="Roboto"/>
              <a:ea typeface="Roboto"/>
              <a:cs typeface="Roboto"/>
              <a:sym typeface="Roboto"/>
            </a:endParaRPr>
          </a:p>
          <a:p>
            <a:pPr indent="0" lvl="0" marL="0" rtl="0" algn="l">
              <a:lnSpc>
                <a:spcPct val="150000"/>
              </a:lnSpc>
              <a:spcBef>
                <a:spcPts val="0"/>
              </a:spcBef>
              <a:spcAft>
                <a:spcPts val="0"/>
              </a:spcAft>
              <a:buNone/>
            </a:pPr>
            <a:r>
              <a:rPr b="1" lang="en-US" sz="1500">
                <a:solidFill>
                  <a:srgbClr val="101010"/>
                </a:solidFill>
                <a:highlight>
                  <a:srgbClr val="F9F9F9"/>
                </a:highlight>
                <a:latin typeface="Roboto"/>
                <a:ea typeface="Roboto"/>
                <a:cs typeface="Roboto"/>
                <a:sym typeface="Roboto"/>
              </a:rPr>
              <a:t>2. Interactive Business Intelligence (BI) Dashboards</a:t>
            </a:r>
            <a:endParaRPr b="1" sz="1500">
              <a:solidFill>
                <a:srgbClr val="101010"/>
              </a:solidFill>
              <a:highlight>
                <a:srgbClr val="F9F9F9"/>
              </a:highlight>
              <a:latin typeface="Roboto"/>
              <a:ea typeface="Roboto"/>
              <a:cs typeface="Roboto"/>
              <a:sym typeface="Roboto"/>
            </a:endParaRPr>
          </a:p>
          <a:p>
            <a:pPr indent="-314325" lvl="0" marL="457200" rtl="0" algn="l">
              <a:lnSpc>
                <a:spcPct val="115000"/>
              </a:lnSpc>
              <a:spcBef>
                <a:spcPts val="600"/>
              </a:spcBef>
              <a:spcAft>
                <a:spcPts val="0"/>
              </a:spcAft>
              <a:buClr>
                <a:srgbClr val="101010"/>
              </a:buClr>
              <a:buSzPts val="1350"/>
              <a:buFont typeface="Roboto"/>
              <a:buChar char="●"/>
            </a:pPr>
            <a:r>
              <a:rPr b="1" lang="en-US" sz="1350">
                <a:solidFill>
                  <a:srgbClr val="101010"/>
                </a:solidFill>
                <a:highlight>
                  <a:srgbClr val="F9F9F9"/>
                </a:highlight>
                <a:latin typeface="Roboto"/>
                <a:ea typeface="Roboto"/>
                <a:cs typeface="Roboto"/>
                <a:sym typeface="Roboto"/>
              </a:rPr>
              <a:t>Streamlit / Dash Web Application</a:t>
            </a:r>
            <a:r>
              <a:rPr lang="en-US" sz="1350">
                <a:solidFill>
                  <a:srgbClr val="101010"/>
                </a:solidFill>
                <a:highlight>
                  <a:srgbClr val="F9F9F9"/>
                </a:highlight>
                <a:latin typeface="Roboto"/>
                <a:ea typeface="Roboto"/>
                <a:cs typeface="Roboto"/>
                <a:sym typeface="Roboto"/>
              </a:rPr>
              <a:t>: Build a lightweight web application enabling non-technical users (farmers, extension officers) to filter data by State, District, Crop, and Season dynamically.</a:t>
            </a:r>
            <a:endParaRPr sz="1350">
              <a:solidFill>
                <a:srgbClr val="101010"/>
              </a:solidFill>
              <a:highlight>
                <a:srgbClr val="F9F9F9"/>
              </a:highlight>
              <a:latin typeface="Roboto"/>
              <a:ea typeface="Roboto"/>
              <a:cs typeface="Roboto"/>
              <a:sym typeface="Roboto"/>
            </a:endParaRPr>
          </a:p>
          <a:p>
            <a:pPr indent="-314325" lvl="0" marL="457200" rtl="0" algn="l">
              <a:lnSpc>
                <a:spcPct val="115000"/>
              </a:lnSpc>
              <a:spcBef>
                <a:spcPts val="0"/>
              </a:spcBef>
              <a:spcAft>
                <a:spcPts val="0"/>
              </a:spcAft>
              <a:buClr>
                <a:srgbClr val="101010"/>
              </a:buClr>
              <a:buSzPts val="1350"/>
              <a:buFont typeface="Roboto"/>
              <a:buChar char="●"/>
            </a:pPr>
            <a:r>
              <a:rPr b="1" lang="en-US" sz="1350">
                <a:solidFill>
                  <a:srgbClr val="101010"/>
                </a:solidFill>
                <a:highlight>
                  <a:srgbClr val="F9F9F9"/>
                </a:highlight>
                <a:latin typeface="Roboto"/>
                <a:ea typeface="Roboto"/>
                <a:cs typeface="Roboto"/>
                <a:sym typeface="Roboto"/>
              </a:rPr>
              <a:t>PowerBI / Tableau Integration</a:t>
            </a:r>
            <a:r>
              <a:rPr lang="en-US" sz="1350">
                <a:solidFill>
                  <a:srgbClr val="101010"/>
                </a:solidFill>
                <a:highlight>
                  <a:srgbClr val="F9F9F9"/>
                </a:highlight>
                <a:latin typeface="Roboto"/>
                <a:ea typeface="Roboto"/>
                <a:cs typeface="Roboto"/>
                <a:sym typeface="Roboto"/>
              </a:rPr>
              <a:t>: Create executive dashboards displaying real-time KPIs (Total Production, Average Water Efficiency, District-wise Profit Margins).</a:t>
            </a:r>
            <a:endParaRPr sz="1350">
              <a:solidFill>
                <a:srgbClr val="101010"/>
              </a:solidFill>
              <a:highlight>
                <a:srgbClr val="F9F9F9"/>
              </a:highlight>
              <a:latin typeface="Roboto"/>
              <a:ea typeface="Roboto"/>
              <a:cs typeface="Roboto"/>
              <a:sym typeface="Roboto"/>
            </a:endParaRPr>
          </a:p>
          <a:p>
            <a:pPr indent="0" lvl="0" marL="0" rtl="0" algn="l">
              <a:lnSpc>
                <a:spcPct val="115000"/>
              </a:lnSpc>
              <a:spcBef>
                <a:spcPts val="0"/>
              </a:spcBef>
              <a:spcAft>
                <a:spcPts val="0"/>
              </a:spcAft>
              <a:buNone/>
            </a:pPr>
            <a:r>
              <a:t/>
            </a:r>
            <a:endParaRPr sz="1350">
              <a:solidFill>
                <a:srgbClr val="101010"/>
              </a:solidFill>
              <a:highlight>
                <a:srgbClr val="F9F9F9"/>
              </a:highlight>
              <a:latin typeface="Roboto"/>
              <a:ea typeface="Roboto"/>
              <a:cs typeface="Roboto"/>
              <a:sym typeface="Roboto"/>
            </a:endParaRPr>
          </a:p>
          <a:p>
            <a:pPr indent="0" lvl="0" marL="0" rtl="0" algn="l">
              <a:lnSpc>
                <a:spcPct val="150000"/>
              </a:lnSpc>
              <a:spcBef>
                <a:spcPts val="0"/>
              </a:spcBef>
              <a:spcAft>
                <a:spcPts val="0"/>
              </a:spcAft>
              <a:buNone/>
            </a:pPr>
            <a:r>
              <a:rPr b="1" lang="en-US" sz="1500">
                <a:solidFill>
                  <a:srgbClr val="101010"/>
                </a:solidFill>
                <a:highlight>
                  <a:srgbClr val="F9F9F9"/>
                </a:highlight>
                <a:latin typeface="Roboto"/>
                <a:ea typeface="Roboto"/>
                <a:cs typeface="Roboto"/>
                <a:sym typeface="Roboto"/>
              </a:rPr>
              <a:t>3. Real-Time IoT &amp; Weather API Integration</a:t>
            </a:r>
            <a:endParaRPr b="1" sz="1500">
              <a:solidFill>
                <a:srgbClr val="101010"/>
              </a:solidFill>
              <a:highlight>
                <a:srgbClr val="F9F9F9"/>
              </a:highlight>
              <a:latin typeface="Roboto"/>
              <a:ea typeface="Roboto"/>
              <a:cs typeface="Roboto"/>
              <a:sym typeface="Roboto"/>
            </a:endParaRPr>
          </a:p>
          <a:p>
            <a:pPr indent="-314325" lvl="0" marL="457200" rtl="0" algn="l">
              <a:lnSpc>
                <a:spcPct val="115000"/>
              </a:lnSpc>
              <a:spcBef>
                <a:spcPts val="600"/>
              </a:spcBef>
              <a:spcAft>
                <a:spcPts val="0"/>
              </a:spcAft>
              <a:buClr>
                <a:srgbClr val="101010"/>
              </a:buClr>
              <a:buSzPts val="1350"/>
              <a:buFont typeface="Roboto"/>
              <a:buChar char="●"/>
            </a:pPr>
            <a:r>
              <a:rPr b="1" lang="en-US" sz="1350">
                <a:solidFill>
                  <a:srgbClr val="101010"/>
                </a:solidFill>
                <a:highlight>
                  <a:srgbClr val="F9F9F9"/>
                </a:highlight>
                <a:latin typeface="Roboto"/>
                <a:ea typeface="Roboto"/>
                <a:cs typeface="Roboto"/>
                <a:sym typeface="Roboto"/>
              </a:rPr>
              <a:t>Live Climate Data</a:t>
            </a:r>
            <a:r>
              <a:rPr lang="en-US" sz="1350">
                <a:solidFill>
                  <a:srgbClr val="101010"/>
                </a:solidFill>
                <a:highlight>
                  <a:srgbClr val="F9F9F9"/>
                </a:highlight>
                <a:latin typeface="Roboto"/>
                <a:ea typeface="Roboto"/>
                <a:cs typeface="Roboto"/>
                <a:sym typeface="Roboto"/>
              </a:rPr>
              <a:t>: Integrate Indian Meteorological Department (IMD) or OpenWeatherMap APIs to fetch live weather, temperature, and humidity forecasts.</a:t>
            </a:r>
            <a:endParaRPr sz="1350">
              <a:solidFill>
                <a:srgbClr val="101010"/>
              </a:solidFill>
              <a:highlight>
                <a:srgbClr val="F9F9F9"/>
              </a:highlight>
              <a:latin typeface="Roboto"/>
              <a:ea typeface="Roboto"/>
              <a:cs typeface="Roboto"/>
              <a:sym typeface="Roboto"/>
            </a:endParaRPr>
          </a:p>
          <a:p>
            <a:pPr indent="-314325" lvl="0" marL="457200" rtl="0" algn="l">
              <a:lnSpc>
                <a:spcPct val="115000"/>
              </a:lnSpc>
              <a:spcBef>
                <a:spcPts val="0"/>
              </a:spcBef>
              <a:spcAft>
                <a:spcPts val="0"/>
              </a:spcAft>
              <a:buClr>
                <a:srgbClr val="101010"/>
              </a:buClr>
              <a:buSzPts val="1350"/>
              <a:buFont typeface="Roboto"/>
              <a:buChar char="●"/>
            </a:pPr>
            <a:r>
              <a:rPr b="1" lang="en-US" sz="1350">
                <a:solidFill>
                  <a:srgbClr val="101010"/>
                </a:solidFill>
                <a:highlight>
                  <a:srgbClr val="F9F9F9"/>
                </a:highlight>
                <a:latin typeface="Roboto"/>
                <a:ea typeface="Roboto"/>
                <a:cs typeface="Roboto"/>
                <a:sym typeface="Roboto"/>
              </a:rPr>
              <a:t>IoT Soil Sensor Data</a:t>
            </a:r>
            <a:r>
              <a:rPr lang="en-US" sz="1350">
                <a:solidFill>
                  <a:srgbClr val="101010"/>
                </a:solidFill>
                <a:highlight>
                  <a:srgbClr val="F9F9F9"/>
                </a:highlight>
                <a:latin typeface="Roboto"/>
                <a:ea typeface="Roboto"/>
                <a:cs typeface="Roboto"/>
                <a:sym typeface="Roboto"/>
              </a:rPr>
              <a:t>: Connect real-time soil moisture and pH sensor streams to update irrigation schedules dynamically.</a:t>
            </a:r>
            <a:endParaRPr sz="1350">
              <a:solidFill>
                <a:srgbClr val="101010"/>
              </a:solidFill>
              <a:highlight>
                <a:srgbClr val="F9F9F9"/>
              </a:highlight>
              <a:latin typeface="Roboto"/>
              <a:ea typeface="Roboto"/>
              <a:cs typeface="Roboto"/>
              <a:sym typeface="Roboto"/>
            </a:endParaRPr>
          </a:p>
          <a:p>
            <a:pPr indent="0" lvl="0" marL="0" rtl="0" algn="l">
              <a:lnSpc>
                <a:spcPct val="115000"/>
              </a:lnSpc>
              <a:spcBef>
                <a:spcPts val="0"/>
              </a:spcBef>
              <a:spcAft>
                <a:spcPts val="0"/>
              </a:spcAft>
              <a:buNone/>
            </a:pPr>
            <a:r>
              <a:t/>
            </a:r>
            <a:endParaRPr sz="1350">
              <a:solidFill>
                <a:srgbClr val="101010"/>
              </a:solidFill>
              <a:highlight>
                <a:srgbClr val="F9F9F9"/>
              </a:highlight>
              <a:latin typeface="Roboto"/>
              <a:ea typeface="Roboto"/>
              <a:cs typeface="Roboto"/>
              <a:sym typeface="Roboto"/>
            </a:endParaRPr>
          </a:p>
          <a:p>
            <a:pPr indent="0" lvl="0" marL="0" rtl="0" algn="l">
              <a:lnSpc>
                <a:spcPct val="150000"/>
              </a:lnSpc>
              <a:spcBef>
                <a:spcPts val="0"/>
              </a:spcBef>
              <a:spcAft>
                <a:spcPts val="0"/>
              </a:spcAft>
              <a:buNone/>
            </a:pPr>
            <a:r>
              <a:rPr b="1" lang="en-US" sz="1500">
                <a:solidFill>
                  <a:srgbClr val="101010"/>
                </a:solidFill>
                <a:highlight>
                  <a:srgbClr val="F9F9F9"/>
                </a:highlight>
                <a:latin typeface="Roboto"/>
                <a:ea typeface="Roboto"/>
                <a:cs typeface="Roboto"/>
                <a:sym typeface="Roboto"/>
              </a:rPr>
              <a:t>4. Geospatial (GIS) &amp; Satellite Imagery Analysis</a:t>
            </a:r>
            <a:endParaRPr b="1" sz="1500">
              <a:solidFill>
                <a:srgbClr val="101010"/>
              </a:solidFill>
              <a:highlight>
                <a:srgbClr val="F9F9F9"/>
              </a:highlight>
              <a:latin typeface="Roboto"/>
              <a:ea typeface="Roboto"/>
              <a:cs typeface="Roboto"/>
              <a:sym typeface="Roboto"/>
            </a:endParaRPr>
          </a:p>
          <a:p>
            <a:pPr indent="-314325" lvl="0" marL="457200" rtl="0" algn="l">
              <a:lnSpc>
                <a:spcPct val="115000"/>
              </a:lnSpc>
              <a:spcBef>
                <a:spcPts val="600"/>
              </a:spcBef>
              <a:spcAft>
                <a:spcPts val="0"/>
              </a:spcAft>
              <a:buClr>
                <a:srgbClr val="101010"/>
              </a:buClr>
              <a:buSzPts val="1350"/>
              <a:buFont typeface="Roboto"/>
              <a:buChar char="●"/>
            </a:pPr>
            <a:r>
              <a:rPr b="1" lang="en-US" sz="1350">
                <a:solidFill>
                  <a:srgbClr val="101010"/>
                </a:solidFill>
                <a:highlight>
                  <a:srgbClr val="F9F9F9"/>
                </a:highlight>
                <a:latin typeface="Roboto"/>
                <a:ea typeface="Roboto"/>
                <a:cs typeface="Roboto"/>
                <a:sym typeface="Roboto"/>
              </a:rPr>
              <a:t>NDVI Index Tracking</a:t>
            </a:r>
            <a:r>
              <a:rPr lang="en-US" sz="1350">
                <a:solidFill>
                  <a:srgbClr val="101010"/>
                </a:solidFill>
                <a:highlight>
                  <a:srgbClr val="F9F9F9"/>
                </a:highlight>
                <a:latin typeface="Roboto"/>
                <a:ea typeface="Roboto"/>
                <a:cs typeface="Roboto"/>
                <a:sym typeface="Roboto"/>
              </a:rPr>
              <a:t>: Incorporate satellite imagery (e.g., Sentinel-2, Landsat) to calculate Normalized Difference Vegetation Index (NDVI) for assessing crop health and drought stress across regions.</a:t>
            </a:r>
            <a:endParaRPr sz="1350">
              <a:solidFill>
                <a:srgbClr val="101010"/>
              </a:solidFill>
              <a:highlight>
                <a:srgbClr val="F9F9F9"/>
              </a:highlight>
              <a:latin typeface="Roboto"/>
              <a:ea typeface="Roboto"/>
              <a:cs typeface="Roboto"/>
              <a:sym typeface="Roboto"/>
            </a:endParaRPr>
          </a:p>
          <a:p>
            <a:pPr indent="-314325" lvl="0" marL="457200" rtl="0" algn="l">
              <a:lnSpc>
                <a:spcPct val="115000"/>
              </a:lnSpc>
              <a:spcBef>
                <a:spcPts val="0"/>
              </a:spcBef>
              <a:spcAft>
                <a:spcPts val="0"/>
              </a:spcAft>
              <a:buClr>
                <a:srgbClr val="101010"/>
              </a:buClr>
              <a:buSzPts val="1350"/>
              <a:buFont typeface="Roboto"/>
              <a:buChar char="●"/>
            </a:pPr>
            <a:r>
              <a:rPr b="1" lang="en-US" sz="1350">
                <a:solidFill>
                  <a:srgbClr val="101010"/>
                </a:solidFill>
                <a:highlight>
                  <a:srgbClr val="F9F9F9"/>
                </a:highlight>
                <a:latin typeface="Roboto"/>
                <a:ea typeface="Roboto"/>
                <a:cs typeface="Roboto"/>
                <a:sym typeface="Roboto"/>
              </a:rPr>
              <a:t>GIS Map Layers</a:t>
            </a:r>
            <a:r>
              <a:rPr lang="en-US" sz="1350">
                <a:solidFill>
                  <a:srgbClr val="101010"/>
                </a:solidFill>
                <a:highlight>
                  <a:srgbClr val="F9F9F9"/>
                </a:highlight>
                <a:latin typeface="Roboto"/>
                <a:ea typeface="Roboto"/>
                <a:cs typeface="Roboto"/>
                <a:sym typeface="Roboto"/>
              </a:rPr>
              <a:t>: Visualize district-wise agricultural productivity and water scarcity zones on interactive choropleth maps (Folium / GeoPandas).</a:t>
            </a:r>
            <a:endParaRPr sz="1350">
              <a:solidFill>
                <a:srgbClr val="101010"/>
              </a:solidFill>
              <a:highlight>
                <a:srgbClr val="F9F9F9"/>
              </a:highlight>
              <a:latin typeface="Roboto"/>
              <a:ea typeface="Roboto"/>
              <a:cs typeface="Roboto"/>
              <a:sym typeface="Roboto"/>
            </a:endParaRPr>
          </a:p>
          <a:p>
            <a:pPr indent="0" lvl="0" marL="0" rtl="0" algn="l">
              <a:lnSpc>
                <a:spcPct val="150000"/>
              </a:lnSpc>
              <a:spcBef>
                <a:spcPts val="0"/>
              </a:spcBef>
              <a:spcAft>
                <a:spcPts val="300"/>
              </a:spcAft>
              <a:buNone/>
            </a:pPr>
            <a:r>
              <a:t/>
            </a:r>
            <a:endParaRPr sz="2300">
              <a:solidFill>
                <a:srgbClr val="1F2A3C"/>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76"/>
                                        </p:tgtEl>
                                        <p:attrNameLst>
                                          <p:attrName>style.visibility</p:attrName>
                                        </p:attrNameLst>
                                      </p:cBhvr>
                                      <p:to>
                                        <p:strVal val="visible"/>
                                      </p:to>
                                    </p:set>
                                    <p:anim calcmode="lin" valueType="num">
                                      <p:cBhvr additive="base">
                                        <p:cTn dur="500"/>
                                        <p:tgtEl>
                                          <p:spTgt spid="276"/>
                                        </p:tgtEl>
                                        <p:attrNameLst>
                                          <p:attrName>ppt_w</p:attrName>
                                        </p:attrNameLst>
                                      </p:cBhvr>
                                      <p:tavLst>
                                        <p:tav fmla="" tm="0">
                                          <p:val>
                                            <p:strVal val="0"/>
                                          </p:val>
                                        </p:tav>
                                        <p:tav fmla="" tm="100000">
                                          <p:val>
                                            <p:strVal val="#ppt_w"/>
                                          </p:val>
                                        </p:tav>
                                      </p:tavLst>
                                    </p:anim>
                                    <p:anim calcmode="lin" valueType="num">
                                      <p:cBhvr additive="base">
                                        <p:cTn dur="500"/>
                                        <p:tgtEl>
                                          <p:spTgt spid="276"/>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pic>
        <p:nvPicPr>
          <p:cNvPr id="282" name="Google Shape;282;p34"/>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sp>
        <p:nvSpPr>
          <p:cNvPr id="283" name="Google Shape;283;p34"/>
          <p:cNvSpPr txBox="1"/>
          <p:nvPr>
            <p:ph type="title"/>
          </p:nvPr>
        </p:nvSpPr>
        <p:spPr>
          <a:xfrm>
            <a:off x="675957" y="370589"/>
            <a:ext cx="4735798" cy="830997"/>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4000"/>
              <a:buFont typeface="Trebuchet MS"/>
              <a:buNone/>
            </a:pPr>
            <a:r>
              <a:rPr lang="en-US" sz="4000"/>
              <a:t>GitHub Link</a:t>
            </a:r>
            <a:endParaRPr/>
          </a:p>
        </p:txBody>
      </p:sp>
      <p:sp>
        <p:nvSpPr>
          <p:cNvPr id="284" name="Google Shape;284;p34"/>
          <p:cNvSpPr txBox="1"/>
          <p:nvPr/>
        </p:nvSpPr>
        <p:spPr>
          <a:xfrm>
            <a:off x="685800" y="1371600"/>
            <a:ext cx="10515600" cy="7315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1F2A3C"/>
                </a:solidFill>
                <a:latin typeface="Calibri"/>
                <a:ea typeface="Calibri"/>
                <a:cs typeface="Calibri"/>
                <a:sym typeface="Calibri"/>
              </a:rPr>
              <a:t>Complete project code, dataset and Jupyter Notebook are available on GitHub:</a:t>
            </a:r>
            <a:endParaRPr/>
          </a:p>
        </p:txBody>
      </p:sp>
      <p:sp>
        <p:nvSpPr>
          <p:cNvPr id="285" name="Google Shape;285;p34"/>
          <p:cNvSpPr/>
          <p:nvPr/>
        </p:nvSpPr>
        <p:spPr>
          <a:xfrm>
            <a:off x="685800" y="2286000"/>
            <a:ext cx="10515600" cy="1005900"/>
          </a:xfrm>
          <a:prstGeom prst="rect">
            <a:avLst/>
          </a:prstGeom>
          <a:solidFill>
            <a:srgbClr val="EAF3F6"/>
          </a:solidFill>
          <a:ln cap="flat" cmpd="sng" w="12700">
            <a:solidFill>
              <a:srgbClr val="1C7293"/>
            </a:solidFill>
            <a:prstDash val="solid"/>
            <a:round/>
            <a:headEnd len="sm" w="sm" type="none"/>
            <a:tailEnd len="sm" w="sm" type="none"/>
          </a:ln>
        </p:spPr>
        <p:txBody>
          <a:bodyPr anchorCtr="0" anchor="ctr" bIns="45700" lIns="274300" spcFirstLastPara="1" rIns="91425" wrap="square" tIns="137150">
            <a:noAutofit/>
          </a:bodyPr>
          <a:lstStyle/>
          <a:p>
            <a:pPr indent="0" lvl="0" marL="0" marR="0" rtl="0" algn="l">
              <a:spcBef>
                <a:spcPts val="0"/>
              </a:spcBef>
              <a:spcAft>
                <a:spcPts val="0"/>
              </a:spcAft>
              <a:buNone/>
            </a:pPr>
            <a:r>
              <a:rPr b="1" lang="en-US" sz="1800" u="sng">
                <a:solidFill>
                  <a:schemeClr val="hlink"/>
                </a:solidFill>
                <a:latin typeface="Calibri"/>
                <a:ea typeface="Calibri"/>
                <a:cs typeface="Calibri"/>
                <a:sym typeface="Calibri"/>
                <a:hlinkClick r:id="rId4"/>
              </a:rPr>
              <a:t>https://github.com/Aryan8182/Vois-data-analyticas-project</a:t>
            </a:r>
            <a:endParaRPr/>
          </a:p>
        </p:txBody>
      </p:sp>
      <p:sp>
        <p:nvSpPr>
          <p:cNvPr id="286" name="Google Shape;286;p34"/>
          <p:cNvSpPr txBox="1"/>
          <p:nvPr/>
        </p:nvSpPr>
        <p:spPr>
          <a:xfrm>
            <a:off x="685800" y="3749039"/>
            <a:ext cx="10515600" cy="713100"/>
          </a:xfrm>
          <a:prstGeom prst="rect">
            <a:avLst/>
          </a:prstGeom>
          <a:noFill/>
          <a:ln>
            <a:noFill/>
          </a:ln>
        </p:spPr>
        <p:txBody>
          <a:bodyPr anchorCtr="0" anchor="t" bIns="45700" lIns="91425" spcFirstLastPara="1" rIns="91425" wrap="square" tIns="45700">
            <a:spAutoFit/>
          </a:bodyPr>
          <a:lstStyle/>
          <a:p>
            <a:pPr indent="-228600" lvl="0" marL="228600" marR="0" rtl="0" algn="l">
              <a:spcBef>
                <a:spcPts val="0"/>
              </a:spcBef>
              <a:spcAft>
                <a:spcPts val="0"/>
              </a:spcAft>
              <a:buClr>
                <a:srgbClr val="1F2A3C"/>
              </a:buClr>
              <a:buSzPts val="1600"/>
              <a:buFont typeface="Arial"/>
              <a:buChar char="•"/>
            </a:pPr>
            <a:r>
              <a:rPr b="0" lang="en-US" sz="1600">
                <a:solidFill>
                  <a:srgbClr val="1F2A3C"/>
                </a:solidFill>
                <a:latin typeface="Calibri"/>
                <a:ea typeface="Calibri"/>
                <a:cs typeface="Calibri"/>
                <a:sym typeface="Calibri"/>
              </a:rPr>
              <a:t>Seasonal_Agriculture_Performance_Analysis.ipynb — fully executed notebook</a:t>
            </a:r>
            <a:endParaRPr/>
          </a:p>
          <a:p>
            <a:pPr indent="-228600" lvl="0" marL="228600" marR="0" rtl="0" algn="l">
              <a:spcBef>
                <a:spcPts val="1000"/>
              </a:spcBef>
              <a:spcAft>
                <a:spcPts val="0"/>
              </a:spcAft>
              <a:buClr>
                <a:srgbClr val="1F2A3C"/>
              </a:buClr>
              <a:buSzPts val="1600"/>
              <a:buFont typeface="Arial"/>
              <a:buChar char="•"/>
            </a:pPr>
            <a:r>
              <a:rPr b="0" lang="en-US" sz="1600">
                <a:solidFill>
                  <a:srgbClr val="1F2A3C"/>
                </a:solidFill>
                <a:latin typeface="Calibri"/>
                <a:ea typeface="Calibri"/>
                <a:cs typeface="Calibri"/>
                <a:sym typeface="Calibri"/>
              </a:rPr>
              <a:t>seasonal_agriculture_performance_dataset.csv — source dataset used for the analysis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83"/>
                                        </p:tgtEl>
                                        <p:attrNameLst>
                                          <p:attrName>style.visibility</p:attrName>
                                        </p:attrNameLst>
                                      </p:cBhvr>
                                      <p:to>
                                        <p:strVal val="visible"/>
                                      </p:to>
                                    </p:set>
                                    <p:anim calcmode="lin" valueType="num">
                                      <p:cBhvr additive="base">
                                        <p:cTn dur="500"/>
                                        <p:tgtEl>
                                          <p:spTgt spid="283"/>
                                        </p:tgtEl>
                                        <p:attrNameLst>
                                          <p:attrName>ppt_w</p:attrName>
                                        </p:attrNameLst>
                                      </p:cBhvr>
                                      <p:tavLst>
                                        <p:tav fmla="" tm="0">
                                          <p:val>
                                            <p:strVal val="0"/>
                                          </p:val>
                                        </p:tav>
                                        <p:tav fmla="" tm="100000">
                                          <p:val>
                                            <p:strVal val="#ppt_w"/>
                                          </p:val>
                                        </p:tav>
                                      </p:tavLst>
                                    </p:anim>
                                    <p:anim calcmode="lin" valueType="num">
                                      <p:cBhvr additive="base">
                                        <p:cTn dur="500"/>
                                        <p:tgtEl>
                                          <p:spTgt spid="283"/>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pic>
        <p:nvPicPr>
          <p:cNvPr id="291" name="Google Shape;291;p35"/>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sp>
        <p:nvSpPr>
          <p:cNvPr id="292" name="Google Shape;292;p35"/>
          <p:cNvSpPr txBox="1"/>
          <p:nvPr>
            <p:ph type="title"/>
          </p:nvPr>
        </p:nvSpPr>
        <p:spPr>
          <a:xfrm>
            <a:off x="675957" y="370589"/>
            <a:ext cx="8351388" cy="884658"/>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chemeClr val="dk1"/>
              </a:buClr>
              <a:buSzPct val="100000"/>
              <a:buFont typeface="Trebuchet MS"/>
              <a:buNone/>
            </a:pPr>
            <a:r>
              <a:rPr lang="en-US" sz="2400"/>
              <a:t>VOIS Course completion certificate - </a:t>
            </a:r>
            <a:br>
              <a:rPr lang="en-US" sz="3200"/>
            </a:br>
            <a:r>
              <a:rPr lang="en-US" sz="2400"/>
              <a:t>Course name- Data Visualization </a:t>
            </a:r>
            <a:endParaRPr/>
          </a:p>
        </p:txBody>
      </p:sp>
      <p:pic>
        <p:nvPicPr>
          <p:cNvPr id="293" name="Google Shape;293;p35"/>
          <p:cNvPicPr preferRelativeResize="0"/>
          <p:nvPr/>
        </p:nvPicPr>
        <p:blipFill>
          <a:blip r:embed="rId4">
            <a:alphaModFix/>
          </a:blip>
          <a:stretch>
            <a:fillRect/>
          </a:stretch>
        </p:blipFill>
        <p:spPr>
          <a:xfrm>
            <a:off x="1871125" y="1255250"/>
            <a:ext cx="7767149" cy="54148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92"/>
                                        </p:tgtEl>
                                        <p:attrNameLst>
                                          <p:attrName>style.visibility</p:attrName>
                                        </p:attrNameLst>
                                      </p:cBhvr>
                                      <p:to>
                                        <p:strVal val="visible"/>
                                      </p:to>
                                    </p:set>
                                    <p:anim calcmode="lin" valueType="num">
                                      <p:cBhvr additive="base">
                                        <p:cTn dur="500"/>
                                        <p:tgtEl>
                                          <p:spTgt spid="292"/>
                                        </p:tgtEl>
                                        <p:attrNameLst>
                                          <p:attrName>ppt_w</p:attrName>
                                        </p:attrNameLst>
                                      </p:cBhvr>
                                      <p:tavLst>
                                        <p:tav fmla="" tm="0">
                                          <p:val>
                                            <p:strVal val="0"/>
                                          </p:val>
                                        </p:tav>
                                        <p:tav fmla="" tm="100000">
                                          <p:val>
                                            <p:strVal val="#ppt_w"/>
                                          </p:val>
                                        </p:tav>
                                      </p:tavLst>
                                    </p:anim>
                                    <p:anim calcmode="lin" valueType="num">
                                      <p:cBhvr additive="base">
                                        <p:cTn dur="500"/>
                                        <p:tgtEl>
                                          <p:spTgt spid="292"/>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36"/>
          <p:cNvSpPr txBox="1"/>
          <p:nvPr>
            <p:ph type="title"/>
          </p:nvPr>
        </p:nvSpPr>
        <p:spPr>
          <a:xfrm>
            <a:off x="432000" y="647700"/>
            <a:ext cx="11340000" cy="700114"/>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Trebuchet MS"/>
              <a:buNone/>
            </a:pPr>
            <a:r>
              <a:rPr b="1" lang="en-US" sz="4000">
                <a:solidFill>
                  <a:schemeClr val="dk1"/>
                </a:solidFill>
              </a:rPr>
              <a:t>Thank you</a:t>
            </a:r>
            <a:endParaRPr/>
          </a:p>
        </p:txBody>
      </p:sp>
      <p:pic>
        <p:nvPicPr>
          <p:cNvPr id="299" name="Google Shape;299;p36"/>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sp>
        <p:nvSpPr>
          <p:cNvPr id="300" name="Google Shape;300;p36"/>
          <p:cNvSpPr txBox="1"/>
          <p:nvPr/>
        </p:nvSpPr>
        <p:spPr>
          <a:xfrm>
            <a:off x="1828800" y="2377440"/>
            <a:ext cx="8531400" cy="15597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3200">
                <a:solidFill>
                  <a:srgbClr val="1C7293"/>
                </a:solidFill>
                <a:latin typeface="Calibri"/>
                <a:ea typeface="Calibri"/>
                <a:cs typeface="Calibri"/>
                <a:sym typeface="Calibri"/>
              </a:rPr>
              <a:t>Aryan</a:t>
            </a:r>
            <a:endParaRPr sz="2400"/>
          </a:p>
          <a:p>
            <a:pPr indent="0" lvl="0" marL="0" marR="0" rtl="0" algn="ctr">
              <a:spcBef>
                <a:spcPts val="800"/>
              </a:spcBef>
              <a:spcAft>
                <a:spcPts val="0"/>
              </a:spcAft>
              <a:buNone/>
            </a:pPr>
            <a:r>
              <a:rPr b="0" lang="en-US" sz="2600">
                <a:solidFill>
                  <a:srgbClr val="1F2A3C"/>
                </a:solidFill>
                <a:latin typeface="Calibri"/>
                <a:ea typeface="Calibri"/>
                <a:cs typeface="Calibri"/>
                <a:sym typeface="Calibri"/>
              </a:rPr>
              <a:t>Panipat Institute of Engineering and Technology</a:t>
            </a:r>
            <a:endParaRPr sz="2400"/>
          </a:p>
          <a:p>
            <a:pPr indent="0" lvl="0" marL="0" marR="0" rtl="0" algn="ctr">
              <a:spcBef>
                <a:spcPts val="800"/>
              </a:spcBef>
              <a:spcAft>
                <a:spcPts val="0"/>
              </a:spcAft>
              <a:buNone/>
            </a:pPr>
            <a:r>
              <a:t/>
            </a:r>
            <a:endParaRPr sz="24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98"/>
                                        </p:tgtEl>
                                        <p:attrNameLst>
                                          <p:attrName>style.visibility</p:attrName>
                                        </p:attrNameLst>
                                      </p:cBhvr>
                                      <p:to>
                                        <p:strVal val="visible"/>
                                      </p:to>
                                    </p:set>
                                    <p:anim calcmode="lin" valueType="num">
                                      <p:cBhvr additive="base">
                                        <p:cTn dur="500"/>
                                        <p:tgtEl>
                                          <p:spTgt spid="298"/>
                                        </p:tgtEl>
                                        <p:attrNameLst>
                                          <p:attrName>ppt_w</p:attrName>
                                        </p:attrNameLst>
                                      </p:cBhvr>
                                      <p:tavLst>
                                        <p:tav fmla="" tm="0">
                                          <p:val>
                                            <p:strVal val="0"/>
                                          </p:val>
                                        </p:tav>
                                        <p:tav fmla="" tm="100000">
                                          <p:val>
                                            <p:strVal val="#ppt_w"/>
                                          </p:val>
                                        </p:tav>
                                      </p:tavLst>
                                    </p:anim>
                                    <p:anim calcmode="lin" valueType="num">
                                      <p:cBhvr additive="base">
                                        <p:cTn dur="500"/>
                                        <p:tgtEl>
                                          <p:spTgt spid="298"/>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