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algn="r">
              <a:defRPr sz="1400" b="1">
                <a:solidFill>
                  <a:srgbClr val="1E1E1E"/>
                </a:solidFill>
                <a:latin typeface="Arial"/>
              </a:defRPr>
            </a:pPr>
            <a:r>
              <a:t>[Student Name- ARYAN</a:t>
            </a:r>
            <a:endParaRPr lang="en-IN" b="0" dirty="0">
              <a:solidFill>
                <a:schemeClr val="tx1"/>
              </a:solidFill>
            </a:endParaRPr>
          </a:p>
          <a:p>
            <a:pPr>
              <a:defRPr sz="1400" b="1">
                <a:solidFill>
                  <a:srgbClr val="1E1E1E"/>
                </a:solidFill>
                <a:latin typeface="Arial"/>
              </a:defRPr>
            </a:pPr>
            <a:r>
              <a:t>College Name- Panipat Institute Of Engineering &amp; Technology 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Project Title -Seasonal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57406" y="4576469"/>
            <a:ext cx="317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1E1E1E"/>
                </a:solidFill>
                <a:latin typeface="Arial"/>
              </a:defRPr>
            </a:pPr>
            <a:r>
              <a:t>AICTE STU ID : STU6a191e1abc17a1780031002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lnSpc>
                <a:spcPct val="150000"/>
              </a:lnSpc>
              <a:defRPr sz="1300" b="0">
                <a:solidFill>
                  <a:srgbClr val="282828"/>
                </a:solidFill>
                <a:latin typeface="Arial"/>
              </a:defRPr>
            </a:pPr>
            <a:r>
              <a:t>• Agricultural activities are influenced by seasonal variations in environmental conditions, farming practices, resource availability and market conditions. As a result, agricultural performance may differ from one season to another.</a:t>
            </a: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  <a:r>
              <a:t>• However, agricultural data does not clearly explain how agricultural performance changes across seasons or what patterns can be observed in different seasonal conditions.</a:t>
            </a: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</a:p>
          <a:p>
            <a:pPr>
              <a:defRPr sz="1300" b="0">
                <a:solidFill>
                  <a:srgbClr val="282828"/>
                </a:solidFill>
                <a:latin typeface="Arial"/>
              </a:defRPr>
            </a:pPr>
            <a:r>
              <a:t>• The problem is to analyze the given agricultural dataset and investigate seasonal differences in agricultural performance by identifying meaningful patterns, trends, relationships and 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 fontScale="90000"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 wrap="square">
            <a:normAutofit fontScale="90000"/>
          </a:bodyPr>
          <a:lstStyle/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  <a:r>
              <a:t>The Seasonal Agriculture Performance Analysis project is a focused Data Analytics major project designed to investigate how agricultural performance, resource usage efficiency, and farm profitability vary across different farming seasons (Kharif, Rabi, and Zaid) in India.</a:t>
            </a:r>
            <a:endParaRPr lang="en-IN" dirty="0"/>
          </a:p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  <a:r>
              <a:t>Using a comprehensive dataset of 4,000 farm-level records across 28 numerical and categorical parameters, the project applies data cleaning, statistical modeling, univariate, bivariate, and multivariate visualizations to discover meaningful seasonal patterns, environmental relationships, resource trade-offs, and economic outcomes.</a:t>
            </a:r>
          </a:p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  <a:r>
              <a:t>Program: VOIS AICTE Batch1 (2026-2027)</a:t>
            </a:r>
          </a:p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  <a:r>
              <a:t>Domain: Agriculture &amp; Data Analytics</a:t>
            </a:r>
          </a:p>
          <a:p>
            <a:pPr>
              <a:defRPr sz="1100" b="0">
                <a:solidFill>
                  <a:srgbClr val="1E1E1E"/>
                </a:solidFill>
                <a:latin typeface="Arial"/>
              </a:defRPr>
            </a:pPr>
            <a:r>
              <a:t>Tools Used: Python, Pandas, NumPy, Matplotlib, Seaborn, Jupyter Notebook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defRPr sz="1000" b="0">
                <a:solidFill>
                  <a:srgbClr val="1E1E1E"/>
                </a:solidFill>
                <a:latin typeface="Arial"/>
              </a:defRPr>
            </a:pPr>
            <a:r>
              <a:t>1. Farmers &amp; Agricultural Producers</a:t>
            </a:r>
            <a:endParaRPr lang="en-IN" sz="3600" dirty="0"/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Decide which crop to plant in which season (Kharif, Rabi, Zaid) to maximize profit.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Choose the most water-efficient irrigation method (e.g. Flood to Drip/Sprinkler).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Time pesticide/fertilizer applications to prevent high-humidity Kharif pest losses.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2. Agricultural Planners &amp; Government Policymakers (e.g. Ministry of Ag, ICAR, NABARD)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Support evidence-based seasonal planning and regional agricultural policies.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Allocate water resources, subsidies, and micro-irrigation grants effectively.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3. Agri-Tech &amp; Farm Input Supply Companies (Fertilizers, Pesticides, Seeds)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Forecast seasonal demand for NPK fertilizers, high-quality seeds, and pesticides.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4. Agricultural Extension Officers &amp; Agronomists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Provide empirical, data-backed advisory services to local farming communities.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5. Crop Insurance Companies &amp; Agricultural Banks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- Assess financial risk profiles and design seasonal credit/insurance schemes.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 wrap="square"/>
          <a:lstStyle/>
          <a:p>
            <a:pPr lvl="1">
              <a:lnSpc>
                <a:spcPct val="150000"/>
              </a:lnSpc>
              <a:defRPr sz="1000" b="0">
                <a:solidFill>
                  <a:srgbClr val="1E1E1E"/>
                </a:solidFill>
                <a:latin typeface="Arial"/>
              </a:defRPr>
            </a:pPr>
            <a:r>
              <a:t>1. Core Programming Language</a:t>
            </a:r>
            <a:endParaRPr lang="en-IN" dirty="0"/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Python: Primary language for data manipulation, statistics, and reporting.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2. Data Analysis &amp; Processing Libraries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Pandas: Data loading, DataFrame manipulation, missing value imputation, groupby.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NumPy: Vector mathematical operations, array transformations, conditional logic.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3. Data Visualization Libraries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Matplotlib: Custom figure creation, pie charts, subplots, 300 DPI exports.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Seaborn: Statistical plots, KDE distributions, boxplots, correlation heatmaps.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4. Development Environments &amp; Platforms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Jupyter Notebook (.ipynb): Interactive step-by-step markdown documentation and code.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Anaconda Distribution: Scientific computing python distribution.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Python Pipeline Script (seasonal_agriculture_analysis.py): Automated pipeline script.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5. File Formats</a:t>
            </a:r>
          </a:p>
          <a:p>
            <a:pPr>
              <a:defRPr sz="1000" b="0">
                <a:solidFill>
                  <a:srgbClr val="1E1E1E"/>
                </a:solidFill>
                <a:latin typeface="Arial"/>
              </a:defRPr>
            </a:pPr>
            <a:r>
              <a:t>   CSV: seasonal_agriculture_performance_dataset.csv (4000 farm records x 28 columns).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Result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Result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Result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Result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wrap="square"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03366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While the current project focuses strictly on Data Analytics, Statistical Exploration, and Visual Insights, it provides a solid foundation for several advanced future enhancements:</a:t>
            </a:r>
            <a:endParaRPr lang="en-GB" sz="2000" dirty="0"/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1. Predictive Machine Learning (ML) Models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Crop Yield Prediction: Implement regression models (Random Forest, XGBoost) to predict yield (Tonnes/Ha).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Pest &amp; Disease Risk Forecasting: Build classification models to forecast high pest risk probability (&gt;50%).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Profitability Classifier: Predict whether a farm will be profitable or loss-making based on input investments.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2. Interactive Business Intelligence (BI) Dashboards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Streamlit / Dash Web App: Build a web application for farmers/extension officers to filter by State, District, Crop, Season.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PowerBI / Tableau Integration: Create executive dashboards displaying real-time KPIs.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3. Real-Time IoT &amp; Weather API Integration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Live Climate Data: Integrate Indian Meteorological Department (IMD) APIs for live weather/temperature forecasts.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IoT Soil Sensors: Connect real-time soil moisture and pH sensors to update irrigation schedules.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4. Geospatial (GIS) &amp; Satellite Imagery Analysis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NDVI Index Tracking: Incorporate satellite imagery (Sentinel-2, Landsat) to track vegetation index and crop health.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While the current project focuses strictly on Data Analytics, Statistical Exploration, and Visual Insights, it provides a solid foundation for several advanced future enhancements:</a:t>
            </a:r>
            <a:endParaRPr lang="en-GB" sz="2000" dirty="0"/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1. Predictive Machine Learning (ML) Models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Crop Yield Prediction: Implement regression models (Random Forest, XGBoost) to predict yield (Tonnes/Ha).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Pest &amp; Disease Risk Forecasting: Build classification models to forecast high pest risk probability (&gt;50%).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Profitability Classifier: Predict whether a farm will be profitable or loss-making based on input investments.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2. Interactive Business Intelligence (BI) Dashboards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Streamlit / Dash Web App: Build a web application for farmers/extension officers to filter by State, District, Crop, Season.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PowerBI / Tableau Integration: Create executive dashboards displaying real-time KPIs.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3. Real-Time IoT &amp; Weather API Integration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Live Climate Data: Integrate Indian Meteorological Department (IMD) APIs for live weather/temperature forecasts.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IoT Soil Sensors: Connect real-time soil moisture and pH sensors to update irrigation schedules.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4. Geospatial (GIS) &amp; Satellite Imagery Analysis</a:t>
            </a:r>
          </a:p>
          <a:p>
            <a:pPr>
              <a:defRPr sz="900" b="0">
                <a:solidFill>
                  <a:srgbClr val="1E1E1E"/>
                </a:solidFill>
                <a:latin typeface="Arial"/>
              </a:defRPr>
            </a:pPr>
            <a:r>
              <a:t>   - NDVI Index Tracking: Incorporate satellite imagery (Sentinel-2, Landsat) to track vegetation index and crop health.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 wrap="square">
            <a:normAutofit/>
          </a:bodyPr>
          <a:lstStyle/>
          <a:p>
            <a:pPr>
              <a:defRPr sz="2400" b="1">
                <a:solidFill>
                  <a:srgbClr val="003366"/>
                </a:solidFill>
                <a:latin typeface="Arial"/>
              </a:defRPr>
            </a:pPr>
            <a: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0066CC"/>
                </a:solidFill>
                <a:latin typeface="Arial"/>
              </a:defRPr>
            </a:pPr>
            <a:r>
              <a:t>👉 https://github.com/Aryan8182/Vois-data-analyticas-project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1">
                <a:solidFill>
                  <a:srgbClr val="0066CC"/>
                </a:solidFill>
                <a:latin typeface="Arial"/>
              </a:defRPr>
            </a:pPr>
            <a:r>
              <a:t>👉 https://github.com/Aryan8182/Vois-data-analyticas-project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 wrap="square">
            <a:normAutofit fontScale="90000"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t>VOIS Course completion certificate - Course name- Data Visualization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4" name="Picture 23" descr="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463040"/>
            <a:ext cx="5852160" cy="413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